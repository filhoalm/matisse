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3.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diagrams/data2.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60" r:id="rId2"/>
  </p:sldMasterIdLst>
  <p:notesMasterIdLst>
    <p:notesMasterId r:id="rId17"/>
  </p:notesMasterIdLst>
  <p:sldIdLst>
    <p:sldId id="366" r:id="rId3"/>
    <p:sldId id="369" r:id="rId4"/>
    <p:sldId id="374" r:id="rId5"/>
    <p:sldId id="378" r:id="rId6"/>
    <p:sldId id="299" r:id="rId7"/>
    <p:sldId id="264" r:id="rId8"/>
    <p:sldId id="376" r:id="rId9"/>
    <p:sldId id="400" r:id="rId10"/>
    <p:sldId id="377" r:id="rId11"/>
    <p:sldId id="399" r:id="rId12"/>
    <p:sldId id="372" r:id="rId13"/>
    <p:sldId id="401" r:id="rId14"/>
    <p:sldId id="357" r:id="rId15"/>
    <p:sldId id="37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0FF1E"/>
    <a:srgbClr val="C1C1C1"/>
    <a:srgbClr val="65ED1F"/>
    <a:srgbClr val="0096FF"/>
    <a:srgbClr val="FFD579"/>
    <a:srgbClr val="9437FF"/>
    <a:srgbClr val="945200"/>
    <a:srgbClr val="BEBE01"/>
    <a:srgbClr val="5999D1"/>
    <a:srgbClr val="5A9A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9438"/>
    <p:restoredTop sz="97872"/>
  </p:normalViewPr>
  <p:slideViewPr>
    <p:cSldViewPr snapToGrid="0" snapToObjects="1" showGuides="1">
      <p:cViewPr varScale="1">
        <p:scale>
          <a:sx n="208" d="100"/>
          <a:sy n="208" d="100"/>
        </p:scale>
        <p:origin x="2176" y="496"/>
      </p:cViewPr>
      <p:guideLst>
        <p:guide orient="horz" pos="672"/>
        <p:guide pos="3840"/>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_rels/data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0.png"/><Relationship Id="rId1" Type="http://schemas.openxmlformats.org/officeDocument/2006/relationships/image" Target="../media/image250.png"/><Relationship Id="rId4" Type="http://schemas.openxmlformats.org/officeDocument/2006/relationships/image" Target="../media/image280.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A0538F-2265-4C18-BEE5-EB7CC68B3037}" type="doc">
      <dgm:prSet loTypeId="urn:microsoft.com/office/officeart/2005/8/layout/matrix3" loCatId="matrix" qsTypeId="urn:microsoft.com/office/officeart/2005/8/quickstyle/simple1" qsCatId="simple" csTypeId="urn:microsoft.com/office/officeart/2005/8/colors/colorful1" csCatId="colorful" phldr="1"/>
      <dgm:spPr/>
      <dgm:t>
        <a:bodyPr/>
        <a:lstStyle/>
        <a:p>
          <a:endParaRPr lang="en-US"/>
        </a:p>
      </dgm:t>
    </dgm:pt>
    <mc:AlternateContent xmlns:mc="http://schemas.openxmlformats.org/markup-compatibility/2006" xmlns:a14="http://schemas.microsoft.com/office/drawing/2010/main">
      <mc:Choice Requires="a14">
        <dgm:pt modelId="{3E7617F4-616E-44DE-AC43-BFCBE1C5EDDA}">
          <dgm:prSet/>
          <dgm:spPr>
            <a:solidFill>
              <a:srgbClr val="C00000"/>
            </a:solidFill>
          </dgm:spPr>
          <dgm:t>
            <a:bodyPr/>
            <a:lstStyle/>
            <a:p>
              <a:r>
                <a:rPr lang="en-US" dirty="0"/>
                <a:t>Cross-Sectional in Age </a:t>
              </a:r>
              <a14:m>
                <m:oMath xmlns:m="http://schemas.openxmlformats.org/officeDocument/2006/math">
                  <m:r>
                    <a:rPr lang="en-US" b="0" i="1" smtClean="0">
                      <a:solidFill>
                        <a:schemeClr val="bg1"/>
                      </a:solidFill>
                      <a:latin typeface="Cambria Math" panose="02040503050406030204" pitchFamily="18" charset="0"/>
                      <a:ea typeface="+mj-ea"/>
                      <a:cs typeface="+mj-cs"/>
                    </a:rPr>
                    <m:t>𝑎</m:t>
                  </m:r>
                </m:oMath>
              </a14:m>
              <a:r>
                <a:rPr lang="en-US" dirty="0"/>
                <a:t> </a:t>
              </a:r>
            </a:p>
          </dgm:t>
        </dgm:pt>
      </mc:Choice>
      <mc:Fallback xmlns="">
        <dgm:pt modelId="{3E7617F4-616E-44DE-AC43-BFCBE1C5EDDA}">
          <dgm:prSet/>
          <dgm:spPr>
            <a:solidFill>
              <a:srgbClr val="C00000"/>
            </a:solidFill>
          </dgm:spPr>
          <dgm:t>
            <a:bodyPr/>
            <a:lstStyle/>
            <a:p>
              <a:r>
                <a:rPr lang="en-US" dirty="0"/>
                <a:t>Cross-Sectional in Age </a:t>
              </a:r>
              <a:r>
                <a:rPr lang="en-US" b="0" i="0">
                  <a:solidFill>
                    <a:schemeClr val="bg1"/>
                  </a:solidFill>
                  <a:latin typeface="Cambria Math" panose="02040503050406030204" pitchFamily="18" charset="0"/>
                  <a:ea typeface="+mj-ea"/>
                  <a:cs typeface="+mj-cs"/>
                </a:rPr>
                <a:t>𝑎</a:t>
              </a:r>
              <a:r>
                <a:rPr lang="en-US" dirty="0"/>
                <a:t> </a:t>
              </a:r>
            </a:p>
          </dgm:t>
        </dgm:pt>
      </mc:Fallback>
    </mc:AlternateContent>
    <dgm:pt modelId="{09EDF99A-D7DD-4F45-840B-41E143BFC39E}" type="parTrans" cxnId="{458188AA-C6AC-4A33-B15B-7CE10DADA42A}">
      <dgm:prSet/>
      <dgm:spPr/>
      <dgm:t>
        <a:bodyPr/>
        <a:lstStyle/>
        <a:p>
          <a:endParaRPr lang="en-US"/>
        </a:p>
      </dgm:t>
    </dgm:pt>
    <dgm:pt modelId="{7CC8EDDC-7918-4BDE-93D7-024B3AA87AFC}" type="sibTrans" cxnId="{458188AA-C6AC-4A33-B15B-7CE10DADA42A}">
      <dgm:prSet/>
      <dgm:spPr/>
      <dgm:t>
        <a:bodyPr/>
        <a:lstStyle/>
        <a:p>
          <a:endParaRPr lang="en-US"/>
        </a:p>
      </dgm:t>
    </dgm:pt>
    <mc:AlternateContent xmlns:mc="http://schemas.openxmlformats.org/markup-compatibility/2006" xmlns:a14="http://schemas.microsoft.com/office/drawing/2010/main">
      <mc:Choice Requires="a14">
        <dgm:pt modelId="{8D7A1043-E4C3-4E76-AB97-30EF9E4C36AC}">
          <dgm:prSet/>
          <dgm:spPr>
            <a:solidFill>
              <a:srgbClr val="0070C0"/>
            </a:solidFill>
          </dgm:spPr>
          <dgm:t>
            <a:bodyPr/>
            <a:lstStyle/>
            <a:p>
              <a:r>
                <a:rPr lang="en-US" dirty="0"/>
                <a:t>Cross-Sectional in Period </a:t>
              </a:r>
              <a14:m>
                <m:oMath xmlns:m="http://schemas.openxmlformats.org/officeDocument/2006/math">
                  <m:r>
                    <a:rPr lang="en-US" b="0" i="1" smtClean="0">
                      <a:solidFill>
                        <a:schemeClr val="bg1"/>
                      </a:solidFill>
                      <a:latin typeface="Cambria Math" panose="02040503050406030204" pitchFamily="18" charset="0"/>
                      <a:ea typeface="+mj-ea"/>
                      <a:cs typeface="+mj-cs"/>
                    </a:rPr>
                    <m:t>𝑝</m:t>
                  </m:r>
                </m:oMath>
              </a14:m>
              <a:endParaRPr lang="en-US" dirty="0"/>
            </a:p>
          </dgm:t>
        </dgm:pt>
      </mc:Choice>
      <mc:Fallback xmlns="">
        <dgm:pt modelId="{8D7A1043-E4C3-4E76-AB97-30EF9E4C36AC}">
          <dgm:prSet/>
          <dgm:spPr>
            <a:solidFill>
              <a:srgbClr val="0070C0"/>
            </a:solidFill>
          </dgm:spPr>
          <dgm:t>
            <a:bodyPr/>
            <a:lstStyle/>
            <a:p>
              <a:r>
                <a:rPr lang="en-US" dirty="0"/>
                <a:t>Cross-Sectional in Period </a:t>
              </a:r>
              <a:r>
                <a:rPr lang="en-US" b="0" i="0">
                  <a:solidFill>
                    <a:schemeClr val="bg1"/>
                  </a:solidFill>
                  <a:latin typeface="Cambria Math" panose="02040503050406030204" pitchFamily="18" charset="0"/>
                  <a:ea typeface="+mj-ea"/>
                  <a:cs typeface="+mj-cs"/>
                </a:rPr>
                <a:t>𝑝</a:t>
              </a:r>
              <a:endParaRPr lang="en-US" dirty="0"/>
            </a:p>
          </dgm:t>
        </dgm:pt>
      </mc:Fallback>
    </mc:AlternateContent>
    <dgm:pt modelId="{53B8C3B3-091A-4902-B595-89D893424D97}" type="parTrans" cxnId="{A014177C-948C-4BEA-B12B-413083C43598}">
      <dgm:prSet/>
      <dgm:spPr/>
      <dgm:t>
        <a:bodyPr/>
        <a:lstStyle/>
        <a:p>
          <a:endParaRPr lang="en-US"/>
        </a:p>
      </dgm:t>
    </dgm:pt>
    <dgm:pt modelId="{4145A4DA-A8FF-4A55-BA5E-0C36EC80776F}" type="sibTrans" cxnId="{A014177C-948C-4BEA-B12B-413083C43598}">
      <dgm:prSet/>
      <dgm:spPr/>
      <dgm:t>
        <a:bodyPr/>
        <a:lstStyle/>
        <a:p>
          <a:endParaRPr lang="en-US"/>
        </a:p>
      </dgm:t>
    </dgm:pt>
    <mc:AlternateContent xmlns:mc="http://schemas.openxmlformats.org/markup-compatibility/2006" xmlns:a14="http://schemas.microsoft.com/office/drawing/2010/main">
      <mc:Choice Requires="a14">
        <dgm:pt modelId="{CCCB8A08-3EEC-4AC4-9682-876511D3CBDD}">
          <dgm:prSet/>
          <dgm:spPr>
            <a:solidFill>
              <a:srgbClr val="00B050"/>
            </a:solidFill>
          </dgm:spPr>
          <dgm:t>
            <a:bodyPr/>
            <a:lstStyle/>
            <a:p>
              <a:r>
                <a:rPr lang="en-US" dirty="0"/>
                <a:t>Cross-Sectional in Cohort </a:t>
              </a:r>
              <a14:m>
                <m:oMath xmlns:m="http://schemas.openxmlformats.org/officeDocument/2006/math">
                  <m:r>
                    <a:rPr lang="en-US" b="0" i="1" smtClean="0">
                      <a:solidFill>
                        <a:schemeClr val="bg1"/>
                      </a:solidFill>
                      <a:latin typeface="Cambria Math" panose="02040503050406030204" pitchFamily="18" charset="0"/>
                    </a:rPr>
                    <m:t>𝑐</m:t>
                  </m:r>
                </m:oMath>
              </a14:m>
              <a:endParaRPr lang="en-US" dirty="0"/>
            </a:p>
          </dgm:t>
        </dgm:pt>
      </mc:Choice>
      <mc:Fallback xmlns="">
        <dgm:pt modelId="{CCCB8A08-3EEC-4AC4-9682-876511D3CBDD}">
          <dgm:prSet/>
          <dgm:spPr>
            <a:solidFill>
              <a:srgbClr val="00B050"/>
            </a:solidFill>
          </dgm:spPr>
          <dgm:t>
            <a:bodyPr/>
            <a:lstStyle/>
            <a:p>
              <a:r>
                <a:rPr lang="en-US" dirty="0"/>
                <a:t>Cross-Sectional in Cohort </a:t>
              </a:r>
              <a:r>
                <a:rPr lang="en-US" b="0" i="0">
                  <a:solidFill>
                    <a:schemeClr val="bg1"/>
                  </a:solidFill>
                  <a:latin typeface="Cambria Math" panose="02040503050406030204" pitchFamily="18" charset="0"/>
                </a:rPr>
                <a:t>𝑐</a:t>
              </a:r>
              <a:endParaRPr lang="en-US" dirty="0"/>
            </a:p>
          </dgm:t>
        </dgm:pt>
      </mc:Fallback>
    </mc:AlternateContent>
    <dgm:pt modelId="{2B4BFCC9-A216-459D-8F72-F7010F974DCB}" type="parTrans" cxnId="{C2A24E5B-1FDC-466E-A3FE-62BA309DA1CC}">
      <dgm:prSet/>
      <dgm:spPr/>
      <dgm:t>
        <a:bodyPr/>
        <a:lstStyle/>
        <a:p>
          <a:endParaRPr lang="en-US"/>
        </a:p>
      </dgm:t>
    </dgm:pt>
    <dgm:pt modelId="{CFDB846B-CCED-4953-9B5B-A568E2D6091C}" type="sibTrans" cxnId="{C2A24E5B-1FDC-466E-A3FE-62BA309DA1CC}">
      <dgm:prSet/>
      <dgm:spPr/>
      <dgm:t>
        <a:bodyPr/>
        <a:lstStyle/>
        <a:p>
          <a:endParaRPr lang="en-US"/>
        </a:p>
      </dgm:t>
    </dgm:pt>
    <mc:AlternateContent xmlns:mc="http://schemas.openxmlformats.org/markup-compatibility/2006" xmlns:a14="http://schemas.microsoft.com/office/drawing/2010/main">
      <mc:Choice Requires="a14">
        <dgm:pt modelId="{F358C776-1782-4738-830A-F16FB3612FB1}">
          <dgm:prSet/>
          <dgm:spPr>
            <a:solidFill>
              <a:srgbClr val="FF0000"/>
            </a:solidFill>
          </dgm:spPr>
          <dgm:t>
            <a:bodyPr/>
            <a:lstStyle/>
            <a:p>
              <a:r>
                <a:rPr lang="en-US" dirty="0"/>
                <a:t>Longitudinal in Age </a:t>
              </a:r>
              <a14:m>
                <m:oMath xmlns:m="http://schemas.openxmlformats.org/officeDocument/2006/math">
                  <m:sSub>
                    <m:sSubPr>
                      <m:ctrlPr>
                        <a:rPr lang="en-US" b="0" i="1" smtClean="0">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𝑎</m:t>
                      </m:r>
                    </m:e>
                    <m:sub>
                      <m:r>
                        <a:rPr lang="en-US" i="1">
                          <a:solidFill>
                            <a:schemeClr val="bg1"/>
                          </a:solidFill>
                          <a:latin typeface="Cambria Math" panose="02040503050406030204" pitchFamily="18" charset="0"/>
                          <a:ea typeface="Cambria Math" panose="02040503050406030204" pitchFamily="18" charset="0"/>
                        </a:rPr>
                        <m:t>↘</m:t>
                      </m:r>
                    </m:sub>
                  </m:sSub>
                </m:oMath>
              </a14:m>
              <a:r>
                <a:rPr lang="en-US" dirty="0"/>
                <a:t> </a:t>
              </a:r>
            </a:p>
          </dgm:t>
        </dgm:pt>
      </mc:Choice>
      <mc:Fallback xmlns="">
        <dgm:pt modelId="{F358C776-1782-4738-830A-F16FB3612FB1}">
          <dgm:prSet/>
          <dgm:spPr>
            <a:solidFill>
              <a:srgbClr val="FF0000"/>
            </a:solidFill>
          </dgm:spPr>
          <dgm:t>
            <a:bodyPr/>
            <a:lstStyle/>
            <a:p>
              <a:r>
                <a:rPr lang="en-US" dirty="0"/>
                <a:t>Longitudinal in Age </a:t>
              </a:r>
              <a:r>
                <a:rPr lang="en-US" i="0">
                  <a:solidFill>
                    <a:schemeClr val="bg1"/>
                  </a:solidFill>
                  <a:latin typeface="Cambria Math" panose="02040503050406030204" pitchFamily="18" charset="0"/>
                </a:rPr>
                <a:t>𝑎</a:t>
              </a:r>
              <a:r>
                <a:rPr lang="en-US" b="0" i="0">
                  <a:solidFill>
                    <a:schemeClr val="bg1"/>
                  </a:solidFill>
                  <a:latin typeface="Cambria Math" panose="02040503050406030204" pitchFamily="18" charset="0"/>
                </a:rPr>
                <a:t>_</a:t>
              </a:r>
              <a:r>
                <a:rPr lang="en-US" i="0">
                  <a:solidFill>
                    <a:schemeClr val="bg1"/>
                  </a:solidFill>
                  <a:latin typeface="Cambria Math" panose="02040503050406030204" pitchFamily="18" charset="0"/>
                  <a:ea typeface="Cambria Math" panose="02040503050406030204" pitchFamily="18" charset="0"/>
                </a:rPr>
                <a:t>↘</a:t>
              </a:r>
              <a:r>
                <a:rPr lang="en-US" dirty="0"/>
                <a:t> </a:t>
              </a:r>
            </a:p>
          </dgm:t>
        </dgm:pt>
      </mc:Fallback>
    </mc:AlternateContent>
    <dgm:pt modelId="{AE91BF06-F117-4B3B-995B-6541EA8B867B}" type="parTrans" cxnId="{3BD9AC12-15EA-4A2F-85E6-9D5F306A3C00}">
      <dgm:prSet/>
      <dgm:spPr/>
      <dgm:t>
        <a:bodyPr/>
        <a:lstStyle/>
        <a:p>
          <a:endParaRPr lang="en-US"/>
        </a:p>
      </dgm:t>
    </dgm:pt>
    <dgm:pt modelId="{2B895B4F-8966-447E-8617-D619BEE942CF}" type="sibTrans" cxnId="{3BD9AC12-15EA-4A2F-85E6-9D5F306A3C00}">
      <dgm:prSet/>
      <dgm:spPr/>
      <dgm:t>
        <a:bodyPr/>
        <a:lstStyle/>
        <a:p>
          <a:endParaRPr lang="en-US"/>
        </a:p>
      </dgm:t>
    </dgm:pt>
    <dgm:pt modelId="{8155FEDF-39E6-D94F-AF1E-01707E648471}" type="pres">
      <dgm:prSet presAssocID="{C2A0538F-2265-4C18-BEE5-EB7CC68B3037}" presName="matrix" presStyleCnt="0">
        <dgm:presLayoutVars>
          <dgm:chMax val="1"/>
          <dgm:dir/>
          <dgm:resizeHandles val="exact"/>
        </dgm:presLayoutVars>
      </dgm:prSet>
      <dgm:spPr/>
    </dgm:pt>
    <dgm:pt modelId="{5130B841-F36B-2949-99EF-627DB7FB005B}" type="pres">
      <dgm:prSet presAssocID="{C2A0538F-2265-4C18-BEE5-EB7CC68B3037}" presName="diamond" presStyleLbl="bgShp" presStyleIdx="0" presStyleCnt="1"/>
      <dgm:spPr/>
    </dgm:pt>
    <dgm:pt modelId="{95E0370A-F12E-3F4E-A952-8D84BDB11A53}" type="pres">
      <dgm:prSet presAssocID="{C2A0538F-2265-4C18-BEE5-EB7CC68B3037}" presName="quad1" presStyleLbl="node1" presStyleIdx="0" presStyleCnt="4">
        <dgm:presLayoutVars>
          <dgm:chMax val="0"/>
          <dgm:chPref val="0"/>
          <dgm:bulletEnabled val="1"/>
        </dgm:presLayoutVars>
      </dgm:prSet>
      <dgm:spPr/>
    </dgm:pt>
    <dgm:pt modelId="{296D49CA-4620-E946-B669-018DAD574D7D}" type="pres">
      <dgm:prSet presAssocID="{C2A0538F-2265-4C18-BEE5-EB7CC68B3037}" presName="quad2" presStyleLbl="node1" presStyleIdx="1" presStyleCnt="4">
        <dgm:presLayoutVars>
          <dgm:chMax val="0"/>
          <dgm:chPref val="0"/>
          <dgm:bulletEnabled val="1"/>
        </dgm:presLayoutVars>
      </dgm:prSet>
      <dgm:spPr/>
    </dgm:pt>
    <dgm:pt modelId="{E43F9640-E21E-EB4E-BCA3-14AF59DC78F6}" type="pres">
      <dgm:prSet presAssocID="{C2A0538F-2265-4C18-BEE5-EB7CC68B3037}" presName="quad3" presStyleLbl="node1" presStyleIdx="2" presStyleCnt="4">
        <dgm:presLayoutVars>
          <dgm:chMax val="0"/>
          <dgm:chPref val="0"/>
          <dgm:bulletEnabled val="1"/>
        </dgm:presLayoutVars>
      </dgm:prSet>
      <dgm:spPr/>
    </dgm:pt>
    <dgm:pt modelId="{561E204D-8074-4D41-8CEE-624094AF26D5}" type="pres">
      <dgm:prSet presAssocID="{C2A0538F-2265-4C18-BEE5-EB7CC68B3037}" presName="quad4" presStyleLbl="node1" presStyleIdx="3" presStyleCnt="4">
        <dgm:presLayoutVars>
          <dgm:chMax val="0"/>
          <dgm:chPref val="0"/>
          <dgm:bulletEnabled val="1"/>
        </dgm:presLayoutVars>
      </dgm:prSet>
      <dgm:spPr/>
    </dgm:pt>
  </dgm:ptLst>
  <dgm:cxnLst>
    <dgm:cxn modelId="{3BD9AC12-15EA-4A2F-85E6-9D5F306A3C00}" srcId="{C2A0538F-2265-4C18-BEE5-EB7CC68B3037}" destId="{F358C776-1782-4738-830A-F16FB3612FB1}" srcOrd="2" destOrd="0" parTransId="{AE91BF06-F117-4B3B-995B-6541EA8B867B}" sibTransId="{2B895B4F-8966-447E-8617-D619BEE942CF}"/>
    <dgm:cxn modelId="{C2A24E5B-1FDC-466E-A3FE-62BA309DA1CC}" srcId="{C2A0538F-2265-4C18-BEE5-EB7CC68B3037}" destId="{CCCB8A08-3EEC-4AC4-9682-876511D3CBDD}" srcOrd="3" destOrd="0" parTransId="{2B4BFCC9-A216-459D-8F72-F7010F974DCB}" sibTransId="{CFDB846B-CCED-4953-9B5B-A568E2D6091C}"/>
    <dgm:cxn modelId="{A014177C-948C-4BEA-B12B-413083C43598}" srcId="{C2A0538F-2265-4C18-BEE5-EB7CC68B3037}" destId="{8D7A1043-E4C3-4E76-AB97-30EF9E4C36AC}" srcOrd="1" destOrd="0" parTransId="{53B8C3B3-091A-4902-B595-89D893424D97}" sibTransId="{4145A4DA-A8FF-4A55-BA5E-0C36EC80776F}"/>
    <dgm:cxn modelId="{2279EFA2-A647-504A-8BBD-CA79B354DCF8}" type="presOf" srcId="{8D7A1043-E4C3-4E76-AB97-30EF9E4C36AC}" destId="{296D49CA-4620-E946-B669-018DAD574D7D}" srcOrd="0" destOrd="0" presId="urn:microsoft.com/office/officeart/2005/8/layout/matrix3"/>
    <dgm:cxn modelId="{03CC3DA9-3E11-2B42-956A-4A6433E803C1}" type="presOf" srcId="{F358C776-1782-4738-830A-F16FB3612FB1}" destId="{E43F9640-E21E-EB4E-BCA3-14AF59DC78F6}" srcOrd="0" destOrd="0" presId="urn:microsoft.com/office/officeart/2005/8/layout/matrix3"/>
    <dgm:cxn modelId="{458188AA-C6AC-4A33-B15B-7CE10DADA42A}" srcId="{C2A0538F-2265-4C18-BEE5-EB7CC68B3037}" destId="{3E7617F4-616E-44DE-AC43-BFCBE1C5EDDA}" srcOrd="0" destOrd="0" parTransId="{09EDF99A-D7DD-4F45-840B-41E143BFC39E}" sibTransId="{7CC8EDDC-7918-4BDE-93D7-024B3AA87AFC}"/>
    <dgm:cxn modelId="{B39D85D5-42DD-3042-BC49-22C91D94FB3D}" type="presOf" srcId="{3E7617F4-616E-44DE-AC43-BFCBE1C5EDDA}" destId="{95E0370A-F12E-3F4E-A952-8D84BDB11A53}" srcOrd="0" destOrd="0" presId="urn:microsoft.com/office/officeart/2005/8/layout/matrix3"/>
    <dgm:cxn modelId="{1E46D2D5-840D-FF45-871F-745AEAC439E8}" type="presOf" srcId="{C2A0538F-2265-4C18-BEE5-EB7CC68B3037}" destId="{8155FEDF-39E6-D94F-AF1E-01707E648471}" srcOrd="0" destOrd="0" presId="urn:microsoft.com/office/officeart/2005/8/layout/matrix3"/>
    <dgm:cxn modelId="{EA715EFE-DCBE-9C44-A35F-E6B7D5D4CAB0}" type="presOf" srcId="{CCCB8A08-3EEC-4AC4-9682-876511D3CBDD}" destId="{561E204D-8074-4D41-8CEE-624094AF26D5}" srcOrd="0" destOrd="0" presId="urn:microsoft.com/office/officeart/2005/8/layout/matrix3"/>
    <dgm:cxn modelId="{A2E14E9A-3931-D943-98FA-AE7F32002F7A}" type="presParOf" srcId="{8155FEDF-39E6-D94F-AF1E-01707E648471}" destId="{5130B841-F36B-2949-99EF-627DB7FB005B}" srcOrd="0" destOrd="0" presId="urn:microsoft.com/office/officeart/2005/8/layout/matrix3"/>
    <dgm:cxn modelId="{A26594C0-1A65-AF42-854D-6D375E13FB43}" type="presParOf" srcId="{8155FEDF-39E6-D94F-AF1E-01707E648471}" destId="{95E0370A-F12E-3F4E-A952-8D84BDB11A53}" srcOrd="1" destOrd="0" presId="urn:microsoft.com/office/officeart/2005/8/layout/matrix3"/>
    <dgm:cxn modelId="{ABC5AEA6-8D21-1849-A36F-45DE60F073BA}" type="presParOf" srcId="{8155FEDF-39E6-D94F-AF1E-01707E648471}" destId="{296D49CA-4620-E946-B669-018DAD574D7D}" srcOrd="2" destOrd="0" presId="urn:microsoft.com/office/officeart/2005/8/layout/matrix3"/>
    <dgm:cxn modelId="{96C8CB1E-0352-5246-A7BC-7DFB6B9CD662}" type="presParOf" srcId="{8155FEDF-39E6-D94F-AF1E-01707E648471}" destId="{E43F9640-E21E-EB4E-BCA3-14AF59DC78F6}" srcOrd="3" destOrd="0" presId="urn:microsoft.com/office/officeart/2005/8/layout/matrix3"/>
    <dgm:cxn modelId="{06B17342-53FD-4247-91B1-54DEBC6A773A}" type="presParOf" srcId="{8155FEDF-39E6-D94F-AF1E-01707E648471}" destId="{561E204D-8074-4D41-8CEE-624094AF26D5}"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A0538F-2265-4C18-BEE5-EB7CC68B3037}" type="doc">
      <dgm:prSet loTypeId="urn:microsoft.com/office/officeart/2005/8/layout/matrix3" loCatId="matrix" qsTypeId="urn:microsoft.com/office/officeart/2005/8/quickstyle/simple1" qsCatId="simple" csTypeId="urn:microsoft.com/office/officeart/2005/8/colors/colorful1" csCatId="colorful" phldr="1"/>
      <dgm:spPr/>
      <dgm:t>
        <a:bodyPr/>
        <a:lstStyle/>
        <a:p>
          <a:endParaRPr lang="en-US"/>
        </a:p>
      </dgm:t>
    </dgm:pt>
    <dgm:pt modelId="{3E7617F4-616E-44DE-AC43-BFCBE1C5EDDA}">
      <dgm:prSet/>
      <dgm:spPr>
        <a:blipFill>
          <a:blip xmlns:r="http://schemas.openxmlformats.org/officeDocument/2006/relationships" r:embed="rId1"/>
          <a:stretch>
            <a:fillRect r="-524"/>
          </a:stretch>
        </a:blipFill>
      </dgm:spPr>
      <dgm:t>
        <a:bodyPr/>
        <a:lstStyle/>
        <a:p>
          <a:r>
            <a:rPr lang="en-US">
              <a:noFill/>
            </a:rPr>
            <a:t> </a:t>
          </a:r>
        </a:p>
      </dgm:t>
    </dgm:pt>
    <dgm:pt modelId="{09EDF99A-D7DD-4F45-840B-41E143BFC39E}" type="parTrans" cxnId="{458188AA-C6AC-4A33-B15B-7CE10DADA42A}">
      <dgm:prSet/>
      <dgm:spPr/>
      <dgm:t>
        <a:bodyPr/>
        <a:lstStyle/>
        <a:p>
          <a:endParaRPr lang="en-US"/>
        </a:p>
      </dgm:t>
    </dgm:pt>
    <dgm:pt modelId="{7CC8EDDC-7918-4BDE-93D7-024B3AA87AFC}" type="sibTrans" cxnId="{458188AA-C6AC-4A33-B15B-7CE10DADA42A}">
      <dgm:prSet/>
      <dgm:spPr/>
      <dgm:t>
        <a:bodyPr/>
        <a:lstStyle/>
        <a:p>
          <a:endParaRPr lang="en-US"/>
        </a:p>
      </dgm:t>
    </dgm:pt>
    <dgm:pt modelId="{8D7A1043-E4C3-4E76-AB97-30EF9E4C36AC}">
      <dgm:prSet/>
      <dgm:spPr>
        <a:blipFill>
          <a:blip xmlns:r="http://schemas.openxmlformats.org/officeDocument/2006/relationships" r:embed="rId2"/>
          <a:stretch>
            <a:fillRect r="-524"/>
          </a:stretch>
        </a:blipFill>
      </dgm:spPr>
      <dgm:t>
        <a:bodyPr/>
        <a:lstStyle/>
        <a:p>
          <a:r>
            <a:rPr lang="en-US">
              <a:noFill/>
            </a:rPr>
            <a:t> </a:t>
          </a:r>
        </a:p>
      </dgm:t>
    </dgm:pt>
    <dgm:pt modelId="{53B8C3B3-091A-4902-B595-89D893424D97}" type="parTrans" cxnId="{A014177C-948C-4BEA-B12B-413083C43598}">
      <dgm:prSet/>
      <dgm:spPr/>
      <dgm:t>
        <a:bodyPr/>
        <a:lstStyle/>
        <a:p>
          <a:endParaRPr lang="en-US"/>
        </a:p>
      </dgm:t>
    </dgm:pt>
    <dgm:pt modelId="{4145A4DA-A8FF-4A55-BA5E-0C36EC80776F}" type="sibTrans" cxnId="{A014177C-948C-4BEA-B12B-413083C43598}">
      <dgm:prSet/>
      <dgm:spPr/>
      <dgm:t>
        <a:bodyPr/>
        <a:lstStyle/>
        <a:p>
          <a:endParaRPr lang="en-US"/>
        </a:p>
      </dgm:t>
    </dgm:pt>
    <dgm:pt modelId="{CCCB8A08-3EEC-4AC4-9682-876511D3CBDD}">
      <dgm:prSet/>
      <dgm:spPr>
        <a:blipFill>
          <a:blip xmlns:r="http://schemas.openxmlformats.org/officeDocument/2006/relationships" r:embed="rId3"/>
          <a:stretch>
            <a:fillRect r="-524"/>
          </a:stretch>
        </a:blipFill>
      </dgm:spPr>
      <dgm:t>
        <a:bodyPr/>
        <a:lstStyle/>
        <a:p>
          <a:r>
            <a:rPr lang="en-US">
              <a:noFill/>
            </a:rPr>
            <a:t> </a:t>
          </a:r>
        </a:p>
      </dgm:t>
    </dgm:pt>
    <dgm:pt modelId="{2B4BFCC9-A216-459D-8F72-F7010F974DCB}" type="parTrans" cxnId="{C2A24E5B-1FDC-466E-A3FE-62BA309DA1CC}">
      <dgm:prSet/>
      <dgm:spPr/>
      <dgm:t>
        <a:bodyPr/>
        <a:lstStyle/>
        <a:p>
          <a:endParaRPr lang="en-US"/>
        </a:p>
      </dgm:t>
    </dgm:pt>
    <dgm:pt modelId="{CFDB846B-CCED-4953-9B5B-A568E2D6091C}" type="sibTrans" cxnId="{C2A24E5B-1FDC-466E-A3FE-62BA309DA1CC}">
      <dgm:prSet/>
      <dgm:spPr/>
      <dgm:t>
        <a:bodyPr/>
        <a:lstStyle/>
        <a:p>
          <a:endParaRPr lang="en-US"/>
        </a:p>
      </dgm:t>
    </dgm:pt>
    <dgm:pt modelId="{F358C776-1782-4738-830A-F16FB3612FB1}">
      <dgm:prSet/>
      <dgm:spPr>
        <a:blipFill>
          <a:blip xmlns:r="http://schemas.openxmlformats.org/officeDocument/2006/relationships" r:embed="rId4"/>
          <a:stretch>
            <a:fillRect r="-3141"/>
          </a:stretch>
        </a:blipFill>
      </dgm:spPr>
      <dgm:t>
        <a:bodyPr/>
        <a:lstStyle/>
        <a:p>
          <a:r>
            <a:rPr lang="en-US">
              <a:noFill/>
            </a:rPr>
            <a:t> </a:t>
          </a:r>
        </a:p>
      </dgm:t>
    </dgm:pt>
    <dgm:pt modelId="{AE91BF06-F117-4B3B-995B-6541EA8B867B}" type="parTrans" cxnId="{3BD9AC12-15EA-4A2F-85E6-9D5F306A3C00}">
      <dgm:prSet/>
      <dgm:spPr/>
      <dgm:t>
        <a:bodyPr/>
        <a:lstStyle/>
        <a:p>
          <a:endParaRPr lang="en-US"/>
        </a:p>
      </dgm:t>
    </dgm:pt>
    <dgm:pt modelId="{2B895B4F-8966-447E-8617-D619BEE942CF}" type="sibTrans" cxnId="{3BD9AC12-15EA-4A2F-85E6-9D5F306A3C00}">
      <dgm:prSet/>
      <dgm:spPr/>
      <dgm:t>
        <a:bodyPr/>
        <a:lstStyle/>
        <a:p>
          <a:endParaRPr lang="en-US"/>
        </a:p>
      </dgm:t>
    </dgm:pt>
    <dgm:pt modelId="{8155FEDF-39E6-D94F-AF1E-01707E648471}" type="pres">
      <dgm:prSet presAssocID="{C2A0538F-2265-4C18-BEE5-EB7CC68B3037}" presName="matrix" presStyleCnt="0">
        <dgm:presLayoutVars>
          <dgm:chMax val="1"/>
          <dgm:dir/>
          <dgm:resizeHandles val="exact"/>
        </dgm:presLayoutVars>
      </dgm:prSet>
      <dgm:spPr/>
    </dgm:pt>
    <dgm:pt modelId="{5130B841-F36B-2949-99EF-627DB7FB005B}" type="pres">
      <dgm:prSet presAssocID="{C2A0538F-2265-4C18-BEE5-EB7CC68B3037}" presName="diamond" presStyleLbl="bgShp" presStyleIdx="0" presStyleCnt="1"/>
      <dgm:spPr/>
    </dgm:pt>
    <dgm:pt modelId="{95E0370A-F12E-3F4E-A952-8D84BDB11A53}" type="pres">
      <dgm:prSet presAssocID="{C2A0538F-2265-4C18-BEE5-EB7CC68B3037}" presName="quad1" presStyleLbl="node1" presStyleIdx="0" presStyleCnt="4">
        <dgm:presLayoutVars>
          <dgm:chMax val="0"/>
          <dgm:chPref val="0"/>
          <dgm:bulletEnabled val="1"/>
        </dgm:presLayoutVars>
      </dgm:prSet>
      <dgm:spPr/>
    </dgm:pt>
    <dgm:pt modelId="{296D49CA-4620-E946-B669-018DAD574D7D}" type="pres">
      <dgm:prSet presAssocID="{C2A0538F-2265-4C18-BEE5-EB7CC68B3037}" presName="quad2" presStyleLbl="node1" presStyleIdx="1" presStyleCnt="4">
        <dgm:presLayoutVars>
          <dgm:chMax val="0"/>
          <dgm:chPref val="0"/>
          <dgm:bulletEnabled val="1"/>
        </dgm:presLayoutVars>
      </dgm:prSet>
      <dgm:spPr/>
    </dgm:pt>
    <dgm:pt modelId="{E43F9640-E21E-EB4E-BCA3-14AF59DC78F6}" type="pres">
      <dgm:prSet presAssocID="{C2A0538F-2265-4C18-BEE5-EB7CC68B3037}" presName="quad3" presStyleLbl="node1" presStyleIdx="2" presStyleCnt="4">
        <dgm:presLayoutVars>
          <dgm:chMax val="0"/>
          <dgm:chPref val="0"/>
          <dgm:bulletEnabled val="1"/>
        </dgm:presLayoutVars>
      </dgm:prSet>
      <dgm:spPr/>
    </dgm:pt>
    <dgm:pt modelId="{561E204D-8074-4D41-8CEE-624094AF26D5}" type="pres">
      <dgm:prSet presAssocID="{C2A0538F-2265-4C18-BEE5-EB7CC68B3037}" presName="quad4" presStyleLbl="node1" presStyleIdx="3" presStyleCnt="4">
        <dgm:presLayoutVars>
          <dgm:chMax val="0"/>
          <dgm:chPref val="0"/>
          <dgm:bulletEnabled val="1"/>
        </dgm:presLayoutVars>
      </dgm:prSet>
      <dgm:spPr/>
    </dgm:pt>
  </dgm:ptLst>
  <dgm:cxnLst>
    <dgm:cxn modelId="{3BD9AC12-15EA-4A2F-85E6-9D5F306A3C00}" srcId="{C2A0538F-2265-4C18-BEE5-EB7CC68B3037}" destId="{F358C776-1782-4738-830A-F16FB3612FB1}" srcOrd="2" destOrd="0" parTransId="{AE91BF06-F117-4B3B-995B-6541EA8B867B}" sibTransId="{2B895B4F-8966-447E-8617-D619BEE942CF}"/>
    <dgm:cxn modelId="{C2A24E5B-1FDC-466E-A3FE-62BA309DA1CC}" srcId="{C2A0538F-2265-4C18-BEE5-EB7CC68B3037}" destId="{CCCB8A08-3EEC-4AC4-9682-876511D3CBDD}" srcOrd="3" destOrd="0" parTransId="{2B4BFCC9-A216-459D-8F72-F7010F974DCB}" sibTransId="{CFDB846B-CCED-4953-9B5B-A568E2D6091C}"/>
    <dgm:cxn modelId="{A014177C-948C-4BEA-B12B-413083C43598}" srcId="{C2A0538F-2265-4C18-BEE5-EB7CC68B3037}" destId="{8D7A1043-E4C3-4E76-AB97-30EF9E4C36AC}" srcOrd="1" destOrd="0" parTransId="{53B8C3B3-091A-4902-B595-89D893424D97}" sibTransId="{4145A4DA-A8FF-4A55-BA5E-0C36EC80776F}"/>
    <dgm:cxn modelId="{2279EFA2-A647-504A-8BBD-CA79B354DCF8}" type="presOf" srcId="{8D7A1043-E4C3-4E76-AB97-30EF9E4C36AC}" destId="{296D49CA-4620-E946-B669-018DAD574D7D}" srcOrd="0" destOrd="0" presId="urn:microsoft.com/office/officeart/2005/8/layout/matrix3"/>
    <dgm:cxn modelId="{03CC3DA9-3E11-2B42-956A-4A6433E803C1}" type="presOf" srcId="{F358C776-1782-4738-830A-F16FB3612FB1}" destId="{E43F9640-E21E-EB4E-BCA3-14AF59DC78F6}" srcOrd="0" destOrd="0" presId="urn:microsoft.com/office/officeart/2005/8/layout/matrix3"/>
    <dgm:cxn modelId="{458188AA-C6AC-4A33-B15B-7CE10DADA42A}" srcId="{C2A0538F-2265-4C18-BEE5-EB7CC68B3037}" destId="{3E7617F4-616E-44DE-AC43-BFCBE1C5EDDA}" srcOrd="0" destOrd="0" parTransId="{09EDF99A-D7DD-4F45-840B-41E143BFC39E}" sibTransId="{7CC8EDDC-7918-4BDE-93D7-024B3AA87AFC}"/>
    <dgm:cxn modelId="{B39D85D5-42DD-3042-BC49-22C91D94FB3D}" type="presOf" srcId="{3E7617F4-616E-44DE-AC43-BFCBE1C5EDDA}" destId="{95E0370A-F12E-3F4E-A952-8D84BDB11A53}" srcOrd="0" destOrd="0" presId="urn:microsoft.com/office/officeart/2005/8/layout/matrix3"/>
    <dgm:cxn modelId="{1E46D2D5-840D-FF45-871F-745AEAC439E8}" type="presOf" srcId="{C2A0538F-2265-4C18-BEE5-EB7CC68B3037}" destId="{8155FEDF-39E6-D94F-AF1E-01707E648471}" srcOrd="0" destOrd="0" presId="urn:microsoft.com/office/officeart/2005/8/layout/matrix3"/>
    <dgm:cxn modelId="{EA715EFE-DCBE-9C44-A35F-E6B7D5D4CAB0}" type="presOf" srcId="{CCCB8A08-3EEC-4AC4-9682-876511D3CBDD}" destId="{561E204D-8074-4D41-8CEE-624094AF26D5}" srcOrd="0" destOrd="0" presId="urn:microsoft.com/office/officeart/2005/8/layout/matrix3"/>
    <dgm:cxn modelId="{A2E14E9A-3931-D943-98FA-AE7F32002F7A}" type="presParOf" srcId="{8155FEDF-39E6-D94F-AF1E-01707E648471}" destId="{5130B841-F36B-2949-99EF-627DB7FB005B}" srcOrd="0" destOrd="0" presId="urn:microsoft.com/office/officeart/2005/8/layout/matrix3"/>
    <dgm:cxn modelId="{A26594C0-1A65-AF42-854D-6D375E13FB43}" type="presParOf" srcId="{8155FEDF-39E6-D94F-AF1E-01707E648471}" destId="{95E0370A-F12E-3F4E-A952-8D84BDB11A53}" srcOrd="1" destOrd="0" presId="urn:microsoft.com/office/officeart/2005/8/layout/matrix3"/>
    <dgm:cxn modelId="{ABC5AEA6-8D21-1849-A36F-45DE60F073BA}" type="presParOf" srcId="{8155FEDF-39E6-D94F-AF1E-01707E648471}" destId="{296D49CA-4620-E946-B669-018DAD574D7D}" srcOrd="2" destOrd="0" presId="urn:microsoft.com/office/officeart/2005/8/layout/matrix3"/>
    <dgm:cxn modelId="{96C8CB1E-0352-5246-A7BC-7DFB6B9CD662}" type="presParOf" srcId="{8155FEDF-39E6-D94F-AF1E-01707E648471}" destId="{E43F9640-E21E-EB4E-BCA3-14AF59DC78F6}" srcOrd="3" destOrd="0" presId="urn:microsoft.com/office/officeart/2005/8/layout/matrix3"/>
    <dgm:cxn modelId="{06B17342-53FD-4247-91B1-54DEBC6A773A}" type="presParOf" srcId="{8155FEDF-39E6-D94F-AF1E-01707E648471}" destId="{561E204D-8074-4D41-8CEE-624094AF26D5}"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65E1F60-AEF8-48D5-9574-72E6735072BA}" type="doc">
      <dgm:prSet loTypeId="urn:microsoft.com/office/officeart/2016/7/layout/HexagonTimeline" loCatId="process" qsTypeId="urn:microsoft.com/office/officeart/2005/8/quickstyle/simple5" qsCatId="simple" csTypeId="urn:microsoft.com/office/officeart/2005/8/colors/colorful5" csCatId="colorful" phldr="1"/>
      <dgm:spPr/>
      <dgm:t>
        <a:bodyPr/>
        <a:lstStyle/>
        <a:p>
          <a:endParaRPr lang="en-US"/>
        </a:p>
      </dgm:t>
    </dgm:pt>
    <dgm:pt modelId="{10CB6A10-5D05-4ED3-BBDE-B2B0152B76D2}">
      <dgm:prSet custT="1"/>
      <dgm:spPr/>
      <dgm:t>
        <a:bodyPr/>
        <a:lstStyle/>
        <a:p>
          <a:r>
            <a:rPr lang="en-US" sz="1100" dirty="0"/>
            <a:t>1883–1900</a:t>
          </a:r>
          <a:endParaRPr lang="en-US" sz="1050" dirty="0"/>
        </a:p>
      </dgm:t>
    </dgm:pt>
    <dgm:pt modelId="{E25DEE6F-BFD5-48B8-8E72-F902C122DBF5}" type="parTrans" cxnId="{E76A9669-4BD5-416F-BD52-5A94A9A0AD0E}">
      <dgm:prSet/>
      <dgm:spPr/>
      <dgm:t>
        <a:bodyPr/>
        <a:lstStyle/>
        <a:p>
          <a:endParaRPr lang="en-US"/>
        </a:p>
      </dgm:t>
    </dgm:pt>
    <dgm:pt modelId="{0DAE8F67-2544-4A2E-B738-6E79D58AF335}" type="sibTrans" cxnId="{E76A9669-4BD5-416F-BD52-5A94A9A0AD0E}">
      <dgm:prSet/>
      <dgm:spPr/>
      <dgm:t>
        <a:bodyPr/>
        <a:lstStyle/>
        <a:p>
          <a:endParaRPr lang="en-US"/>
        </a:p>
      </dgm:t>
    </dgm:pt>
    <dgm:pt modelId="{18443A21-D599-497F-ACCA-246C03961AC6}">
      <dgm:prSet custT="1"/>
      <dgm:spPr/>
      <dgm:t>
        <a:bodyPr/>
        <a:lstStyle/>
        <a:p>
          <a:r>
            <a:rPr lang="en-US" sz="1600" dirty="0"/>
            <a:t>Lost Generation</a:t>
          </a:r>
        </a:p>
      </dgm:t>
    </dgm:pt>
    <dgm:pt modelId="{506B02BE-B97B-4B79-A000-65810C11B9EE}" type="parTrans" cxnId="{97D498EF-3822-41DB-B9C7-B597B138D2D7}">
      <dgm:prSet/>
      <dgm:spPr/>
      <dgm:t>
        <a:bodyPr/>
        <a:lstStyle/>
        <a:p>
          <a:endParaRPr lang="en-US"/>
        </a:p>
      </dgm:t>
    </dgm:pt>
    <dgm:pt modelId="{396492A3-A72E-4F17-B57B-6064163242C3}" type="sibTrans" cxnId="{97D498EF-3822-41DB-B9C7-B597B138D2D7}">
      <dgm:prSet/>
      <dgm:spPr/>
      <dgm:t>
        <a:bodyPr/>
        <a:lstStyle/>
        <a:p>
          <a:endParaRPr lang="en-US"/>
        </a:p>
      </dgm:t>
    </dgm:pt>
    <dgm:pt modelId="{BB2F2EAF-BE32-4913-A3A4-EBD05A58337F}">
      <dgm:prSet custT="1"/>
      <dgm:spPr/>
      <dgm:t>
        <a:bodyPr/>
        <a:lstStyle/>
        <a:p>
          <a:r>
            <a:rPr lang="en-US" sz="1200" dirty="0"/>
            <a:t>1901–1927</a:t>
          </a:r>
        </a:p>
      </dgm:t>
    </dgm:pt>
    <dgm:pt modelId="{ABCD6DD5-D840-4A0D-B2C9-5E44B24F2EB7}" type="parTrans" cxnId="{5CA8A3FB-8A10-4EA7-9AD6-F16024C1FC36}">
      <dgm:prSet/>
      <dgm:spPr/>
      <dgm:t>
        <a:bodyPr/>
        <a:lstStyle/>
        <a:p>
          <a:endParaRPr lang="en-US"/>
        </a:p>
      </dgm:t>
    </dgm:pt>
    <dgm:pt modelId="{01E6628A-6131-49FB-9F8B-A07F0A78B6A3}" type="sibTrans" cxnId="{5CA8A3FB-8A10-4EA7-9AD6-F16024C1FC36}">
      <dgm:prSet/>
      <dgm:spPr/>
      <dgm:t>
        <a:bodyPr/>
        <a:lstStyle/>
        <a:p>
          <a:endParaRPr lang="en-US"/>
        </a:p>
      </dgm:t>
    </dgm:pt>
    <dgm:pt modelId="{0C70F2DB-D675-4718-BCBD-44D05BA75579}">
      <dgm:prSet custT="1"/>
      <dgm:spPr/>
      <dgm:t>
        <a:bodyPr/>
        <a:lstStyle/>
        <a:p>
          <a:r>
            <a:rPr lang="en-US" sz="1600" dirty="0"/>
            <a:t>Greatest Generation</a:t>
          </a:r>
        </a:p>
      </dgm:t>
    </dgm:pt>
    <dgm:pt modelId="{13A92973-2887-4825-BF6C-7416DE7A66A7}" type="parTrans" cxnId="{50F892F1-F5DA-4AE0-BA2A-EA6BC8D6215E}">
      <dgm:prSet/>
      <dgm:spPr/>
      <dgm:t>
        <a:bodyPr/>
        <a:lstStyle/>
        <a:p>
          <a:endParaRPr lang="en-US"/>
        </a:p>
      </dgm:t>
    </dgm:pt>
    <dgm:pt modelId="{7A92AE22-0159-438A-ABA9-D194F8562BE4}" type="sibTrans" cxnId="{50F892F1-F5DA-4AE0-BA2A-EA6BC8D6215E}">
      <dgm:prSet/>
      <dgm:spPr/>
      <dgm:t>
        <a:bodyPr/>
        <a:lstStyle/>
        <a:p>
          <a:endParaRPr lang="en-US"/>
        </a:p>
      </dgm:t>
    </dgm:pt>
    <dgm:pt modelId="{21983657-3332-4A3C-9AC1-CE3A84C6E201}">
      <dgm:prSet custT="1"/>
      <dgm:spPr/>
      <dgm:t>
        <a:bodyPr/>
        <a:lstStyle/>
        <a:p>
          <a:r>
            <a:rPr lang="en-US" sz="1200" dirty="0"/>
            <a:t>1928–1945</a:t>
          </a:r>
        </a:p>
      </dgm:t>
    </dgm:pt>
    <dgm:pt modelId="{6979427F-80C1-417E-82E6-8F547A4C1984}" type="parTrans" cxnId="{19823EE3-8749-4942-B221-4255B628AB8A}">
      <dgm:prSet/>
      <dgm:spPr/>
      <dgm:t>
        <a:bodyPr/>
        <a:lstStyle/>
        <a:p>
          <a:endParaRPr lang="en-US"/>
        </a:p>
      </dgm:t>
    </dgm:pt>
    <dgm:pt modelId="{946069BC-D552-4998-8650-7034FD595FDD}" type="sibTrans" cxnId="{19823EE3-8749-4942-B221-4255B628AB8A}">
      <dgm:prSet/>
      <dgm:spPr/>
      <dgm:t>
        <a:bodyPr/>
        <a:lstStyle/>
        <a:p>
          <a:endParaRPr lang="en-US"/>
        </a:p>
      </dgm:t>
    </dgm:pt>
    <dgm:pt modelId="{D9D95588-2B2E-4E90-A590-A5C66561B3E4}">
      <dgm:prSet custT="1"/>
      <dgm:spPr/>
      <dgm:t>
        <a:bodyPr/>
        <a:lstStyle/>
        <a:p>
          <a:r>
            <a:rPr lang="en-US" sz="1600" dirty="0"/>
            <a:t>Silent Generation</a:t>
          </a:r>
        </a:p>
      </dgm:t>
    </dgm:pt>
    <dgm:pt modelId="{3C4DFAA8-FFB3-4066-9223-4B096209B1C5}" type="parTrans" cxnId="{926A7433-39CB-437D-848F-1367F7D6D124}">
      <dgm:prSet/>
      <dgm:spPr/>
      <dgm:t>
        <a:bodyPr/>
        <a:lstStyle/>
        <a:p>
          <a:endParaRPr lang="en-US"/>
        </a:p>
      </dgm:t>
    </dgm:pt>
    <dgm:pt modelId="{15F60837-329B-4D5E-94DF-2F50A205435B}" type="sibTrans" cxnId="{926A7433-39CB-437D-848F-1367F7D6D124}">
      <dgm:prSet/>
      <dgm:spPr/>
      <dgm:t>
        <a:bodyPr/>
        <a:lstStyle/>
        <a:p>
          <a:endParaRPr lang="en-US"/>
        </a:p>
      </dgm:t>
    </dgm:pt>
    <dgm:pt modelId="{77F52675-E8B1-4419-A7EF-5404C335AC9A}">
      <dgm:prSet custT="1"/>
      <dgm:spPr/>
      <dgm:t>
        <a:bodyPr/>
        <a:lstStyle/>
        <a:p>
          <a:r>
            <a:rPr lang="en-US" sz="1200" dirty="0"/>
            <a:t>1946–1964</a:t>
          </a:r>
        </a:p>
      </dgm:t>
    </dgm:pt>
    <dgm:pt modelId="{099A6C2F-C66A-4578-BD20-DFC0E9D4FF9A}" type="parTrans" cxnId="{FAACE1CB-F57D-4210-A735-6409ABA6AA2D}">
      <dgm:prSet/>
      <dgm:spPr/>
      <dgm:t>
        <a:bodyPr/>
        <a:lstStyle/>
        <a:p>
          <a:endParaRPr lang="en-US"/>
        </a:p>
      </dgm:t>
    </dgm:pt>
    <dgm:pt modelId="{ADB06A3E-CF67-49E4-A6DE-B6A3EF830A94}" type="sibTrans" cxnId="{FAACE1CB-F57D-4210-A735-6409ABA6AA2D}">
      <dgm:prSet/>
      <dgm:spPr/>
      <dgm:t>
        <a:bodyPr/>
        <a:lstStyle/>
        <a:p>
          <a:endParaRPr lang="en-US"/>
        </a:p>
      </dgm:t>
    </dgm:pt>
    <dgm:pt modelId="{16185167-F3F5-42DA-BD7F-179FD70834A0}">
      <dgm:prSet custT="1"/>
      <dgm:spPr/>
      <dgm:t>
        <a:bodyPr/>
        <a:lstStyle/>
        <a:p>
          <a:r>
            <a:rPr lang="en-US" sz="1600" dirty="0"/>
            <a:t>Baby Boomers</a:t>
          </a:r>
        </a:p>
      </dgm:t>
    </dgm:pt>
    <dgm:pt modelId="{447AB2B4-E7BD-4350-A9B1-181303EB8684}" type="parTrans" cxnId="{E4A1DC1D-8E4E-4FB3-A35B-B5720B3A1C04}">
      <dgm:prSet/>
      <dgm:spPr/>
      <dgm:t>
        <a:bodyPr/>
        <a:lstStyle/>
        <a:p>
          <a:endParaRPr lang="en-US"/>
        </a:p>
      </dgm:t>
    </dgm:pt>
    <dgm:pt modelId="{ADAC8294-4499-47B8-BF91-376F9825FBD6}" type="sibTrans" cxnId="{E4A1DC1D-8E4E-4FB3-A35B-B5720B3A1C04}">
      <dgm:prSet/>
      <dgm:spPr/>
      <dgm:t>
        <a:bodyPr/>
        <a:lstStyle/>
        <a:p>
          <a:endParaRPr lang="en-US"/>
        </a:p>
      </dgm:t>
    </dgm:pt>
    <dgm:pt modelId="{C5E3A50F-A9DD-4C8D-AD7A-C07FC220DBCB}">
      <dgm:prSet custT="1"/>
      <dgm:spPr/>
      <dgm:t>
        <a:bodyPr/>
        <a:lstStyle/>
        <a:p>
          <a:r>
            <a:rPr lang="en-US" sz="1200" dirty="0"/>
            <a:t>1965–1980</a:t>
          </a:r>
        </a:p>
      </dgm:t>
    </dgm:pt>
    <dgm:pt modelId="{6023C25E-CA58-4331-9587-B9633C972F57}" type="parTrans" cxnId="{B30B0F59-E511-48A9-AD67-4BC82D3ECC9A}">
      <dgm:prSet/>
      <dgm:spPr/>
      <dgm:t>
        <a:bodyPr/>
        <a:lstStyle/>
        <a:p>
          <a:endParaRPr lang="en-US"/>
        </a:p>
      </dgm:t>
    </dgm:pt>
    <dgm:pt modelId="{96C44764-F7CE-4087-883C-BA754250574F}" type="sibTrans" cxnId="{B30B0F59-E511-48A9-AD67-4BC82D3ECC9A}">
      <dgm:prSet/>
      <dgm:spPr/>
      <dgm:t>
        <a:bodyPr/>
        <a:lstStyle/>
        <a:p>
          <a:endParaRPr lang="en-US"/>
        </a:p>
      </dgm:t>
    </dgm:pt>
    <dgm:pt modelId="{163878DC-EA6B-4A47-9A5D-9C6734C92997}">
      <dgm:prSet custT="1"/>
      <dgm:spPr/>
      <dgm:t>
        <a:bodyPr/>
        <a:lstStyle/>
        <a:p>
          <a:r>
            <a:rPr lang="en-US" sz="1600" dirty="0"/>
            <a:t>Generation X</a:t>
          </a:r>
        </a:p>
      </dgm:t>
    </dgm:pt>
    <dgm:pt modelId="{94A2AC35-D934-48F5-9A90-4055DA9C417C}" type="parTrans" cxnId="{510E8F4D-E640-4DCA-85CA-05A1F574B33C}">
      <dgm:prSet/>
      <dgm:spPr/>
      <dgm:t>
        <a:bodyPr/>
        <a:lstStyle/>
        <a:p>
          <a:endParaRPr lang="en-US"/>
        </a:p>
      </dgm:t>
    </dgm:pt>
    <dgm:pt modelId="{7532BF4E-E3A3-4149-BB2D-2F8975106826}" type="sibTrans" cxnId="{510E8F4D-E640-4DCA-85CA-05A1F574B33C}">
      <dgm:prSet/>
      <dgm:spPr/>
      <dgm:t>
        <a:bodyPr/>
        <a:lstStyle/>
        <a:p>
          <a:endParaRPr lang="en-US"/>
        </a:p>
      </dgm:t>
    </dgm:pt>
    <dgm:pt modelId="{3F56826A-F962-47E0-9090-E10B5E122BAE}">
      <dgm:prSet custT="1"/>
      <dgm:spPr/>
      <dgm:t>
        <a:bodyPr/>
        <a:lstStyle/>
        <a:p>
          <a:r>
            <a:rPr lang="en-US" sz="1200" dirty="0"/>
            <a:t>1981–1996</a:t>
          </a:r>
        </a:p>
      </dgm:t>
    </dgm:pt>
    <dgm:pt modelId="{CAD97F8D-55B9-45A7-888F-A6D6FE6967ED}" type="parTrans" cxnId="{7FBAD2FD-12F2-4E58-B88D-3B774798D327}">
      <dgm:prSet/>
      <dgm:spPr/>
      <dgm:t>
        <a:bodyPr/>
        <a:lstStyle/>
        <a:p>
          <a:endParaRPr lang="en-US"/>
        </a:p>
      </dgm:t>
    </dgm:pt>
    <dgm:pt modelId="{82B6EC64-71B4-4670-9A41-B2878BAB44C3}" type="sibTrans" cxnId="{7FBAD2FD-12F2-4E58-B88D-3B774798D327}">
      <dgm:prSet/>
      <dgm:spPr/>
      <dgm:t>
        <a:bodyPr/>
        <a:lstStyle/>
        <a:p>
          <a:endParaRPr lang="en-US"/>
        </a:p>
      </dgm:t>
    </dgm:pt>
    <dgm:pt modelId="{41DDCDD0-8F5A-4688-861C-50005BDE7F42}">
      <dgm:prSet custT="1"/>
      <dgm:spPr/>
      <dgm:t>
        <a:bodyPr/>
        <a:lstStyle/>
        <a:p>
          <a:r>
            <a:rPr lang="en-US" sz="1600" dirty="0"/>
            <a:t>Millennials / Gen Y</a:t>
          </a:r>
        </a:p>
      </dgm:t>
    </dgm:pt>
    <dgm:pt modelId="{D614261D-ABCF-4AA7-AB0C-EEF46F5813AA}" type="parTrans" cxnId="{6D19EB10-7BA4-4ADE-A630-613E655DB024}">
      <dgm:prSet/>
      <dgm:spPr/>
      <dgm:t>
        <a:bodyPr/>
        <a:lstStyle/>
        <a:p>
          <a:endParaRPr lang="en-US"/>
        </a:p>
      </dgm:t>
    </dgm:pt>
    <dgm:pt modelId="{A52185DD-4CE1-4413-AD4B-3812E517E817}" type="sibTrans" cxnId="{6D19EB10-7BA4-4ADE-A630-613E655DB024}">
      <dgm:prSet/>
      <dgm:spPr/>
      <dgm:t>
        <a:bodyPr/>
        <a:lstStyle/>
        <a:p>
          <a:endParaRPr lang="en-US"/>
        </a:p>
      </dgm:t>
    </dgm:pt>
    <dgm:pt modelId="{26D0FA7D-5B21-4174-9490-960A64A142B1}">
      <dgm:prSet custT="1"/>
      <dgm:spPr/>
      <dgm:t>
        <a:bodyPr/>
        <a:lstStyle/>
        <a:p>
          <a:r>
            <a:rPr lang="en-US" sz="1100" dirty="0"/>
            <a:t>1997–2012</a:t>
          </a:r>
        </a:p>
      </dgm:t>
    </dgm:pt>
    <dgm:pt modelId="{162E696C-BA05-40B2-B0CE-B1BFE3DE2B30}" type="parTrans" cxnId="{B44D1844-415A-42E8-8628-E5FE3E0BBB4D}">
      <dgm:prSet/>
      <dgm:spPr/>
      <dgm:t>
        <a:bodyPr/>
        <a:lstStyle/>
        <a:p>
          <a:endParaRPr lang="en-US"/>
        </a:p>
      </dgm:t>
    </dgm:pt>
    <dgm:pt modelId="{B65278E2-58C1-4CD7-B25E-BB7B51DAE929}" type="sibTrans" cxnId="{B44D1844-415A-42E8-8628-E5FE3E0BBB4D}">
      <dgm:prSet/>
      <dgm:spPr/>
      <dgm:t>
        <a:bodyPr/>
        <a:lstStyle/>
        <a:p>
          <a:endParaRPr lang="en-US"/>
        </a:p>
      </dgm:t>
    </dgm:pt>
    <dgm:pt modelId="{4231BC6B-9B68-43EA-8AA2-9961659ED7BC}">
      <dgm:prSet custT="1"/>
      <dgm:spPr/>
      <dgm:t>
        <a:bodyPr/>
        <a:lstStyle/>
        <a:p>
          <a:r>
            <a:rPr lang="en-US" sz="1600" dirty="0"/>
            <a:t>Zoomers / </a:t>
          </a:r>
        </a:p>
        <a:p>
          <a:r>
            <a:rPr lang="en-US" sz="1600" dirty="0"/>
            <a:t>Gen Z</a:t>
          </a:r>
        </a:p>
      </dgm:t>
    </dgm:pt>
    <dgm:pt modelId="{CEB75A99-46C7-40A0-9416-6CBF296E8E4F}" type="parTrans" cxnId="{C220A8A6-9002-45DE-B3F8-66840F0322A5}">
      <dgm:prSet/>
      <dgm:spPr/>
      <dgm:t>
        <a:bodyPr/>
        <a:lstStyle/>
        <a:p>
          <a:endParaRPr lang="en-US"/>
        </a:p>
      </dgm:t>
    </dgm:pt>
    <dgm:pt modelId="{DD655295-0D86-4497-ACFC-F5B7F1878448}" type="sibTrans" cxnId="{C220A8A6-9002-45DE-B3F8-66840F0322A5}">
      <dgm:prSet/>
      <dgm:spPr/>
      <dgm:t>
        <a:bodyPr/>
        <a:lstStyle/>
        <a:p>
          <a:endParaRPr lang="en-US"/>
        </a:p>
      </dgm:t>
    </dgm:pt>
    <dgm:pt modelId="{DA7184F8-84CF-49E4-A82C-308A5074AFBB}">
      <dgm:prSet custT="1"/>
      <dgm:spPr/>
      <dgm:t>
        <a:bodyPr/>
        <a:lstStyle/>
        <a:p>
          <a:r>
            <a:rPr lang="en-US" sz="1100" dirty="0"/>
            <a:t>early 2010s – mid 2020s</a:t>
          </a:r>
        </a:p>
      </dgm:t>
    </dgm:pt>
    <dgm:pt modelId="{FD22F9A8-FDD8-425E-8612-12E0A01AF710}" type="parTrans" cxnId="{11349FCD-36E2-410A-8F35-5BA24412FA26}">
      <dgm:prSet/>
      <dgm:spPr/>
      <dgm:t>
        <a:bodyPr/>
        <a:lstStyle/>
        <a:p>
          <a:endParaRPr lang="en-US"/>
        </a:p>
      </dgm:t>
    </dgm:pt>
    <dgm:pt modelId="{F316D7DB-5E4C-47C5-80FC-D682C574F688}" type="sibTrans" cxnId="{11349FCD-36E2-410A-8F35-5BA24412FA26}">
      <dgm:prSet/>
      <dgm:spPr/>
      <dgm:t>
        <a:bodyPr/>
        <a:lstStyle/>
        <a:p>
          <a:endParaRPr lang="en-US"/>
        </a:p>
      </dgm:t>
    </dgm:pt>
    <dgm:pt modelId="{256F6ACA-9A90-48B3-9B71-2CA1FD3DD85E}">
      <dgm:prSet custT="1"/>
      <dgm:spPr/>
      <dgm:t>
        <a:bodyPr/>
        <a:lstStyle/>
        <a:p>
          <a:r>
            <a:rPr lang="en-US" sz="1600" dirty="0"/>
            <a:t>Generation Alpha</a:t>
          </a:r>
        </a:p>
      </dgm:t>
    </dgm:pt>
    <dgm:pt modelId="{FA42181C-2715-48EF-B238-84DA9761CFCA}" type="parTrans" cxnId="{79AE827E-CA97-4E24-A34A-0A4DD8297A24}">
      <dgm:prSet/>
      <dgm:spPr/>
      <dgm:t>
        <a:bodyPr/>
        <a:lstStyle/>
        <a:p>
          <a:endParaRPr lang="en-US"/>
        </a:p>
      </dgm:t>
    </dgm:pt>
    <dgm:pt modelId="{2CA2029E-49EB-4F06-85FE-A94E982ADF4F}" type="sibTrans" cxnId="{79AE827E-CA97-4E24-A34A-0A4DD8297A24}">
      <dgm:prSet/>
      <dgm:spPr/>
      <dgm:t>
        <a:bodyPr/>
        <a:lstStyle/>
        <a:p>
          <a:endParaRPr lang="en-US"/>
        </a:p>
      </dgm:t>
    </dgm:pt>
    <dgm:pt modelId="{0EA4D53E-CE5E-B24E-8C1B-6DD22A643D59}" type="pres">
      <dgm:prSet presAssocID="{665E1F60-AEF8-48D5-9574-72E6735072BA}" presName="Name0" presStyleCnt="0">
        <dgm:presLayoutVars>
          <dgm:chMax/>
          <dgm:chPref/>
          <dgm:animLvl val="lvl"/>
        </dgm:presLayoutVars>
      </dgm:prSet>
      <dgm:spPr/>
    </dgm:pt>
    <dgm:pt modelId="{2AB9E3BF-6DD5-8748-B99F-FCA3278F3E38}" type="pres">
      <dgm:prSet presAssocID="{10CB6A10-5D05-4ED3-BBDE-B2B0152B76D2}" presName="composite" presStyleCnt="0"/>
      <dgm:spPr/>
    </dgm:pt>
    <dgm:pt modelId="{70AB9900-90B9-CC49-97CB-6C2316BA333B}" type="pres">
      <dgm:prSet presAssocID="{10CB6A10-5D05-4ED3-BBDE-B2B0152B76D2}" presName="Parent1" presStyleLbl="alignNode1" presStyleIdx="0" presStyleCnt="8">
        <dgm:presLayoutVars>
          <dgm:chMax val="1"/>
          <dgm:chPref val="1"/>
          <dgm:bulletEnabled val="1"/>
        </dgm:presLayoutVars>
      </dgm:prSet>
      <dgm:spPr>
        <a:prstGeom prst="roundRect">
          <a:avLst/>
        </a:prstGeom>
      </dgm:spPr>
    </dgm:pt>
    <dgm:pt modelId="{F05F8A57-602F-0442-8673-A7E32ADFA9FD}" type="pres">
      <dgm:prSet presAssocID="{10CB6A10-5D05-4ED3-BBDE-B2B0152B76D2}" presName="Childtext1" presStyleLbl="revTx" presStyleIdx="0" presStyleCnt="8">
        <dgm:presLayoutVars>
          <dgm:chMax val="0"/>
          <dgm:chPref val="0"/>
          <dgm:bulletEnabled/>
        </dgm:presLayoutVars>
      </dgm:prSet>
      <dgm:spPr/>
    </dgm:pt>
    <dgm:pt modelId="{E966A3ED-C201-D943-AC23-5111A1EFD2D6}" type="pres">
      <dgm:prSet presAssocID="{10CB6A10-5D05-4ED3-BBDE-B2B0152B76D2}" presName="ConnectLine" presStyleLbl="sibTrans1D1" presStyleIdx="0" presStyleCnt="8"/>
      <dgm:spPr>
        <a:noFill/>
        <a:ln w="12700" cap="flat" cmpd="sng" algn="ctr">
          <a:solidFill>
            <a:schemeClr val="accent5">
              <a:hueOff val="0"/>
              <a:satOff val="0"/>
              <a:lumOff val="0"/>
              <a:alphaOff val="0"/>
            </a:schemeClr>
          </a:solidFill>
          <a:prstDash val="dash"/>
          <a:miter lim="800000"/>
        </a:ln>
        <a:effectLst/>
      </dgm:spPr>
    </dgm:pt>
    <dgm:pt modelId="{04823F96-7403-9143-B44E-813314C4BE67}" type="pres">
      <dgm:prSet presAssocID="{10CB6A10-5D05-4ED3-BBDE-B2B0152B76D2}" presName="ConnectLineEnd" presStyleLbl="node1" presStyleIdx="0" presStyleCnt="8"/>
      <dgm:spPr/>
    </dgm:pt>
    <dgm:pt modelId="{70F13653-07CA-4E4E-AAEA-B7ACF805A5F7}" type="pres">
      <dgm:prSet presAssocID="{10CB6A10-5D05-4ED3-BBDE-B2B0152B76D2}" presName="EmptyPane" presStyleCnt="0"/>
      <dgm:spPr/>
    </dgm:pt>
    <dgm:pt modelId="{ABA5B0A4-EC2A-FD4F-ACFC-48B5E0B7C62E}" type="pres">
      <dgm:prSet presAssocID="{0DAE8F67-2544-4A2E-B738-6E79D58AF335}" presName="spaceBetweenRectangles" presStyleLbl="fgAcc1" presStyleIdx="0" presStyleCnt="7"/>
      <dgm:spPr/>
    </dgm:pt>
    <dgm:pt modelId="{103BCE17-A6B7-4641-BBA3-EF4743E0717A}" type="pres">
      <dgm:prSet presAssocID="{BB2F2EAF-BE32-4913-A3A4-EBD05A58337F}" presName="composite" presStyleCnt="0"/>
      <dgm:spPr/>
    </dgm:pt>
    <dgm:pt modelId="{B577384D-E632-8B4E-B55A-C6246E88824A}" type="pres">
      <dgm:prSet presAssocID="{BB2F2EAF-BE32-4913-A3A4-EBD05A58337F}" presName="Parent1" presStyleLbl="alignNode1" presStyleIdx="1" presStyleCnt="8">
        <dgm:presLayoutVars>
          <dgm:chMax val="1"/>
          <dgm:chPref val="1"/>
          <dgm:bulletEnabled val="1"/>
        </dgm:presLayoutVars>
      </dgm:prSet>
      <dgm:spPr>
        <a:prstGeom prst="roundRect">
          <a:avLst/>
        </a:prstGeom>
      </dgm:spPr>
    </dgm:pt>
    <dgm:pt modelId="{8700080E-9A55-2B4C-99AC-0650C5C197BC}" type="pres">
      <dgm:prSet presAssocID="{BB2F2EAF-BE32-4913-A3A4-EBD05A58337F}" presName="Childtext1" presStyleLbl="revTx" presStyleIdx="1" presStyleCnt="8">
        <dgm:presLayoutVars>
          <dgm:chMax val="0"/>
          <dgm:chPref val="0"/>
          <dgm:bulletEnabled/>
        </dgm:presLayoutVars>
      </dgm:prSet>
      <dgm:spPr/>
    </dgm:pt>
    <dgm:pt modelId="{6C636B60-E199-8544-B30C-8997C911B4F4}" type="pres">
      <dgm:prSet presAssocID="{BB2F2EAF-BE32-4913-A3A4-EBD05A58337F}" presName="ConnectLine" presStyleLbl="sibTrans1D1" presStyleIdx="1" presStyleCnt="8"/>
      <dgm:spPr>
        <a:noFill/>
        <a:ln w="12700" cap="flat" cmpd="sng" algn="ctr">
          <a:solidFill>
            <a:schemeClr val="accent5">
              <a:hueOff val="-1736021"/>
              <a:satOff val="-118"/>
              <a:lumOff val="280"/>
              <a:alphaOff val="0"/>
            </a:schemeClr>
          </a:solidFill>
          <a:prstDash val="dash"/>
          <a:miter lim="800000"/>
        </a:ln>
        <a:effectLst/>
      </dgm:spPr>
    </dgm:pt>
    <dgm:pt modelId="{23D1305A-B856-3946-887B-3E094E4C2000}" type="pres">
      <dgm:prSet presAssocID="{BB2F2EAF-BE32-4913-A3A4-EBD05A58337F}" presName="ConnectLineEnd" presStyleLbl="node1" presStyleIdx="1" presStyleCnt="8"/>
      <dgm:spPr/>
    </dgm:pt>
    <dgm:pt modelId="{96DA5055-0276-7943-8813-1E0305EC83E7}" type="pres">
      <dgm:prSet presAssocID="{BB2F2EAF-BE32-4913-A3A4-EBD05A58337F}" presName="EmptyPane" presStyleCnt="0"/>
      <dgm:spPr/>
    </dgm:pt>
    <dgm:pt modelId="{F6D6F467-4B03-5E40-BE04-5750B3949CFE}" type="pres">
      <dgm:prSet presAssocID="{01E6628A-6131-49FB-9F8B-A07F0A78B6A3}" presName="spaceBetweenRectangles" presStyleLbl="fgAcc1" presStyleIdx="1" presStyleCnt="7"/>
      <dgm:spPr/>
    </dgm:pt>
    <dgm:pt modelId="{9EC71B16-1DCA-9649-9D53-2607C21FDF41}" type="pres">
      <dgm:prSet presAssocID="{21983657-3332-4A3C-9AC1-CE3A84C6E201}" presName="composite" presStyleCnt="0"/>
      <dgm:spPr/>
    </dgm:pt>
    <dgm:pt modelId="{5ADD7035-9265-6441-B4EA-A91EB558E634}" type="pres">
      <dgm:prSet presAssocID="{21983657-3332-4A3C-9AC1-CE3A84C6E201}" presName="Parent1" presStyleLbl="alignNode1" presStyleIdx="2" presStyleCnt="8">
        <dgm:presLayoutVars>
          <dgm:chMax val="1"/>
          <dgm:chPref val="1"/>
          <dgm:bulletEnabled val="1"/>
        </dgm:presLayoutVars>
      </dgm:prSet>
      <dgm:spPr>
        <a:prstGeom prst="roundRect">
          <a:avLst/>
        </a:prstGeom>
      </dgm:spPr>
    </dgm:pt>
    <dgm:pt modelId="{6CB3C426-EF4E-A24D-842B-639ECB9C7E8C}" type="pres">
      <dgm:prSet presAssocID="{21983657-3332-4A3C-9AC1-CE3A84C6E201}" presName="Childtext1" presStyleLbl="revTx" presStyleIdx="2" presStyleCnt="8">
        <dgm:presLayoutVars>
          <dgm:chMax val="0"/>
          <dgm:chPref val="0"/>
          <dgm:bulletEnabled/>
        </dgm:presLayoutVars>
      </dgm:prSet>
      <dgm:spPr/>
    </dgm:pt>
    <dgm:pt modelId="{1998481D-CAB2-D446-AC8A-2EA1E252E704}" type="pres">
      <dgm:prSet presAssocID="{21983657-3332-4A3C-9AC1-CE3A84C6E201}" presName="ConnectLine" presStyleLbl="sibTrans1D1" presStyleIdx="2" presStyleCnt="8"/>
      <dgm:spPr>
        <a:noFill/>
        <a:ln w="12700" cap="flat" cmpd="sng" algn="ctr">
          <a:solidFill>
            <a:schemeClr val="accent5">
              <a:hueOff val="-3472043"/>
              <a:satOff val="-236"/>
              <a:lumOff val="560"/>
              <a:alphaOff val="0"/>
            </a:schemeClr>
          </a:solidFill>
          <a:prstDash val="dash"/>
          <a:miter lim="800000"/>
        </a:ln>
        <a:effectLst/>
      </dgm:spPr>
    </dgm:pt>
    <dgm:pt modelId="{2829EB9D-3739-B345-B2DB-C39231E92389}" type="pres">
      <dgm:prSet presAssocID="{21983657-3332-4A3C-9AC1-CE3A84C6E201}" presName="ConnectLineEnd" presStyleLbl="node1" presStyleIdx="2" presStyleCnt="8"/>
      <dgm:spPr/>
    </dgm:pt>
    <dgm:pt modelId="{14C69EA9-3EE5-5C42-BD59-49C3D3C77A96}" type="pres">
      <dgm:prSet presAssocID="{21983657-3332-4A3C-9AC1-CE3A84C6E201}" presName="EmptyPane" presStyleCnt="0"/>
      <dgm:spPr/>
    </dgm:pt>
    <dgm:pt modelId="{DBA928F3-C3EC-E942-A3C8-03B7E05E84E0}" type="pres">
      <dgm:prSet presAssocID="{946069BC-D552-4998-8650-7034FD595FDD}" presName="spaceBetweenRectangles" presStyleLbl="fgAcc1" presStyleIdx="2" presStyleCnt="7"/>
      <dgm:spPr/>
    </dgm:pt>
    <dgm:pt modelId="{8AE020C0-571B-9341-915E-0EEA75B612CB}" type="pres">
      <dgm:prSet presAssocID="{77F52675-E8B1-4419-A7EF-5404C335AC9A}" presName="composite" presStyleCnt="0"/>
      <dgm:spPr/>
    </dgm:pt>
    <dgm:pt modelId="{0F796497-287E-7348-9271-E9D8AE02277A}" type="pres">
      <dgm:prSet presAssocID="{77F52675-E8B1-4419-A7EF-5404C335AC9A}" presName="Parent1" presStyleLbl="alignNode1" presStyleIdx="3" presStyleCnt="8">
        <dgm:presLayoutVars>
          <dgm:chMax val="1"/>
          <dgm:chPref val="1"/>
          <dgm:bulletEnabled val="1"/>
        </dgm:presLayoutVars>
      </dgm:prSet>
      <dgm:spPr>
        <a:prstGeom prst="roundRect">
          <a:avLst/>
        </a:prstGeom>
      </dgm:spPr>
    </dgm:pt>
    <dgm:pt modelId="{03DC4F4C-FFDA-F44E-A2F9-2060FC4061D9}" type="pres">
      <dgm:prSet presAssocID="{77F52675-E8B1-4419-A7EF-5404C335AC9A}" presName="Childtext1" presStyleLbl="revTx" presStyleIdx="3" presStyleCnt="8">
        <dgm:presLayoutVars>
          <dgm:chMax val="0"/>
          <dgm:chPref val="0"/>
          <dgm:bulletEnabled/>
        </dgm:presLayoutVars>
      </dgm:prSet>
      <dgm:spPr/>
    </dgm:pt>
    <dgm:pt modelId="{0C6BCD8A-00B1-9841-815D-BB18506BC6EB}" type="pres">
      <dgm:prSet presAssocID="{77F52675-E8B1-4419-A7EF-5404C335AC9A}" presName="ConnectLine" presStyleLbl="sibTrans1D1" presStyleIdx="3" presStyleCnt="8"/>
      <dgm:spPr>
        <a:noFill/>
        <a:ln w="12700" cap="flat" cmpd="sng" algn="ctr">
          <a:solidFill>
            <a:schemeClr val="accent5">
              <a:hueOff val="-5208064"/>
              <a:satOff val="-354"/>
              <a:lumOff val="840"/>
              <a:alphaOff val="0"/>
            </a:schemeClr>
          </a:solidFill>
          <a:prstDash val="dash"/>
          <a:miter lim="800000"/>
        </a:ln>
        <a:effectLst/>
      </dgm:spPr>
    </dgm:pt>
    <dgm:pt modelId="{219706A9-C125-7549-94CE-84F8CC764E01}" type="pres">
      <dgm:prSet presAssocID="{77F52675-E8B1-4419-A7EF-5404C335AC9A}" presName="ConnectLineEnd" presStyleLbl="node1" presStyleIdx="3" presStyleCnt="8"/>
      <dgm:spPr/>
    </dgm:pt>
    <dgm:pt modelId="{D4AECF09-F7CB-9643-BBA3-208E64E9B18A}" type="pres">
      <dgm:prSet presAssocID="{77F52675-E8B1-4419-A7EF-5404C335AC9A}" presName="EmptyPane" presStyleCnt="0"/>
      <dgm:spPr/>
    </dgm:pt>
    <dgm:pt modelId="{579AC4A1-3C52-984E-A119-5B61DC0728EF}" type="pres">
      <dgm:prSet presAssocID="{ADB06A3E-CF67-49E4-A6DE-B6A3EF830A94}" presName="spaceBetweenRectangles" presStyleLbl="fgAcc1" presStyleIdx="3" presStyleCnt="7"/>
      <dgm:spPr/>
    </dgm:pt>
    <dgm:pt modelId="{5DF1FC5A-6A83-024E-ADC8-6AB35CB2EAEE}" type="pres">
      <dgm:prSet presAssocID="{C5E3A50F-A9DD-4C8D-AD7A-C07FC220DBCB}" presName="composite" presStyleCnt="0"/>
      <dgm:spPr/>
    </dgm:pt>
    <dgm:pt modelId="{A603843A-B692-8E43-A973-844D532B715E}" type="pres">
      <dgm:prSet presAssocID="{C5E3A50F-A9DD-4C8D-AD7A-C07FC220DBCB}" presName="Parent1" presStyleLbl="alignNode1" presStyleIdx="4" presStyleCnt="8">
        <dgm:presLayoutVars>
          <dgm:chMax val="1"/>
          <dgm:chPref val="1"/>
          <dgm:bulletEnabled val="1"/>
        </dgm:presLayoutVars>
      </dgm:prSet>
      <dgm:spPr>
        <a:prstGeom prst="roundRect">
          <a:avLst/>
        </a:prstGeom>
      </dgm:spPr>
    </dgm:pt>
    <dgm:pt modelId="{A8692CCA-4450-FD4B-9DDF-F6CC89C379D1}" type="pres">
      <dgm:prSet presAssocID="{C5E3A50F-A9DD-4C8D-AD7A-C07FC220DBCB}" presName="Childtext1" presStyleLbl="revTx" presStyleIdx="4" presStyleCnt="8">
        <dgm:presLayoutVars>
          <dgm:chMax val="0"/>
          <dgm:chPref val="0"/>
          <dgm:bulletEnabled/>
        </dgm:presLayoutVars>
      </dgm:prSet>
      <dgm:spPr/>
    </dgm:pt>
    <dgm:pt modelId="{1302E004-7A7A-874F-A748-D4B691CE83C8}" type="pres">
      <dgm:prSet presAssocID="{C5E3A50F-A9DD-4C8D-AD7A-C07FC220DBCB}" presName="ConnectLine" presStyleLbl="sibTrans1D1" presStyleIdx="4" presStyleCnt="8"/>
      <dgm:spPr>
        <a:noFill/>
        <a:ln w="12700" cap="flat" cmpd="sng" algn="ctr">
          <a:solidFill>
            <a:schemeClr val="accent5">
              <a:hueOff val="-6944086"/>
              <a:satOff val="-472"/>
              <a:lumOff val="1121"/>
              <a:alphaOff val="0"/>
            </a:schemeClr>
          </a:solidFill>
          <a:prstDash val="dash"/>
          <a:miter lim="800000"/>
        </a:ln>
        <a:effectLst/>
      </dgm:spPr>
    </dgm:pt>
    <dgm:pt modelId="{6803DD59-89C0-CC42-AE8E-971E251298B0}" type="pres">
      <dgm:prSet presAssocID="{C5E3A50F-A9DD-4C8D-AD7A-C07FC220DBCB}" presName="ConnectLineEnd" presStyleLbl="node1" presStyleIdx="4" presStyleCnt="8"/>
      <dgm:spPr/>
    </dgm:pt>
    <dgm:pt modelId="{23516339-1E35-8449-866A-5213B8FFBB06}" type="pres">
      <dgm:prSet presAssocID="{C5E3A50F-A9DD-4C8D-AD7A-C07FC220DBCB}" presName="EmptyPane" presStyleCnt="0"/>
      <dgm:spPr/>
    </dgm:pt>
    <dgm:pt modelId="{7333653B-1E5B-D245-B5D1-E23AA23A3394}" type="pres">
      <dgm:prSet presAssocID="{96C44764-F7CE-4087-883C-BA754250574F}" presName="spaceBetweenRectangles" presStyleLbl="fgAcc1" presStyleIdx="4" presStyleCnt="7"/>
      <dgm:spPr/>
    </dgm:pt>
    <dgm:pt modelId="{7D083F16-16CE-7141-9549-882598682080}" type="pres">
      <dgm:prSet presAssocID="{3F56826A-F962-47E0-9090-E10B5E122BAE}" presName="composite" presStyleCnt="0"/>
      <dgm:spPr/>
    </dgm:pt>
    <dgm:pt modelId="{E7582C9F-3AEF-A241-B706-36D560FD721A}" type="pres">
      <dgm:prSet presAssocID="{3F56826A-F962-47E0-9090-E10B5E122BAE}" presName="Parent1" presStyleLbl="alignNode1" presStyleIdx="5" presStyleCnt="8">
        <dgm:presLayoutVars>
          <dgm:chMax val="1"/>
          <dgm:chPref val="1"/>
          <dgm:bulletEnabled val="1"/>
        </dgm:presLayoutVars>
      </dgm:prSet>
      <dgm:spPr>
        <a:prstGeom prst="roundRect">
          <a:avLst/>
        </a:prstGeom>
      </dgm:spPr>
    </dgm:pt>
    <dgm:pt modelId="{42A8CAB3-61EA-9243-9D87-3D992949442E}" type="pres">
      <dgm:prSet presAssocID="{3F56826A-F962-47E0-9090-E10B5E122BAE}" presName="Childtext1" presStyleLbl="revTx" presStyleIdx="5" presStyleCnt="8">
        <dgm:presLayoutVars>
          <dgm:chMax val="0"/>
          <dgm:chPref val="0"/>
          <dgm:bulletEnabled/>
        </dgm:presLayoutVars>
      </dgm:prSet>
      <dgm:spPr/>
    </dgm:pt>
    <dgm:pt modelId="{B04ED5DF-FF03-2B4C-ADC1-694A08DD098E}" type="pres">
      <dgm:prSet presAssocID="{3F56826A-F962-47E0-9090-E10B5E122BAE}" presName="ConnectLine" presStyleLbl="sibTrans1D1" presStyleIdx="5" presStyleCnt="8"/>
      <dgm:spPr>
        <a:noFill/>
        <a:ln w="12700" cap="flat" cmpd="sng" algn="ctr">
          <a:solidFill>
            <a:schemeClr val="accent5">
              <a:hueOff val="-8680107"/>
              <a:satOff val="-590"/>
              <a:lumOff val="1401"/>
              <a:alphaOff val="0"/>
            </a:schemeClr>
          </a:solidFill>
          <a:prstDash val="dash"/>
          <a:miter lim="800000"/>
        </a:ln>
        <a:effectLst/>
      </dgm:spPr>
    </dgm:pt>
    <dgm:pt modelId="{4C93B691-9C23-8E43-9094-EDBAA196ECCB}" type="pres">
      <dgm:prSet presAssocID="{3F56826A-F962-47E0-9090-E10B5E122BAE}" presName="ConnectLineEnd" presStyleLbl="node1" presStyleIdx="5" presStyleCnt="8"/>
      <dgm:spPr/>
    </dgm:pt>
    <dgm:pt modelId="{EC4142F7-610D-9B48-A796-368E27F369BD}" type="pres">
      <dgm:prSet presAssocID="{3F56826A-F962-47E0-9090-E10B5E122BAE}" presName="EmptyPane" presStyleCnt="0"/>
      <dgm:spPr/>
    </dgm:pt>
    <dgm:pt modelId="{AEEA4EFE-ADC4-DF4D-B76C-C84B289A6BEA}" type="pres">
      <dgm:prSet presAssocID="{82B6EC64-71B4-4670-9A41-B2878BAB44C3}" presName="spaceBetweenRectangles" presStyleLbl="fgAcc1" presStyleIdx="5" presStyleCnt="7"/>
      <dgm:spPr/>
    </dgm:pt>
    <dgm:pt modelId="{F207316D-64B6-0946-8197-9DA51E23011E}" type="pres">
      <dgm:prSet presAssocID="{26D0FA7D-5B21-4174-9490-960A64A142B1}" presName="composite" presStyleCnt="0"/>
      <dgm:spPr/>
    </dgm:pt>
    <dgm:pt modelId="{FF104820-13C5-D943-9537-9ECF2CEA0D20}" type="pres">
      <dgm:prSet presAssocID="{26D0FA7D-5B21-4174-9490-960A64A142B1}" presName="Parent1" presStyleLbl="alignNode1" presStyleIdx="6" presStyleCnt="8">
        <dgm:presLayoutVars>
          <dgm:chMax val="1"/>
          <dgm:chPref val="1"/>
          <dgm:bulletEnabled val="1"/>
        </dgm:presLayoutVars>
      </dgm:prSet>
      <dgm:spPr>
        <a:prstGeom prst="roundRect">
          <a:avLst/>
        </a:prstGeom>
      </dgm:spPr>
    </dgm:pt>
    <dgm:pt modelId="{854E8F68-4CD6-034E-BBB5-F1B063726452}" type="pres">
      <dgm:prSet presAssocID="{26D0FA7D-5B21-4174-9490-960A64A142B1}" presName="Childtext1" presStyleLbl="revTx" presStyleIdx="6" presStyleCnt="8">
        <dgm:presLayoutVars>
          <dgm:chMax val="0"/>
          <dgm:chPref val="0"/>
          <dgm:bulletEnabled/>
        </dgm:presLayoutVars>
      </dgm:prSet>
      <dgm:spPr/>
    </dgm:pt>
    <dgm:pt modelId="{ED03672F-1856-274F-B4FF-ED5CAF05FB32}" type="pres">
      <dgm:prSet presAssocID="{26D0FA7D-5B21-4174-9490-960A64A142B1}" presName="ConnectLine" presStyleLbl="sibTrans1D1" presStyleIdx="6" presStyleCnt="8"/>
      <dgm:spPr>
        <a:noFill/>
        <a:ln w="12700" cap="flat" cmpd="sng" algn="ctr">
          <a:solidFill>
            <a:schemeClr val="accent5">
              <a:hueOff val="-10416129"/>
              <a:satOff val="-708"/>
              <a:lumOff val="1681"/>
              <a:alphaOff val="0"/>
            </a:schemeClr>
          </a:solidFill>
          <a:prstDash val="dash"/>
          <a:miter lim="800000"/>
        </a:ln>
        <a:effectLst/>
      </dgm:spPr>
    </dgm:pt>
    <dgm:pt modelId="{9C8C940E-B9C4-0247-9A61-887C28E55342}" type="pres">
      <dgm:prSet presAssocID="{26D0FA7D-5B21-4174-9490-960A64A142B1}" presName="ConnectLineEnd" presStyleLbl="node1" presStyleIdx="6" presStyleCnt="8"/>
      <dgm:spPr/>
    </dgm:pt>
    <dgm:pt modelId="{8EB15814-867F-084E-BBD0-7A879C299CF7}" type="pres">
      <dgm:prSet presAssocID="{26D0FA7D-5B21-4174-9490-960A64A142B1}" presName="EmptyPane" presStyleCnt="0"/>
      <dgm:spPr/>
    </dgm:pt>
    <dgm:pt modelId="{2F35E91A-759E-0B42-9D70-7357A9BFA6AC}" type="pres">
      <dgm:prSet presAssocID="{B65278E2-58C1-4CD7-B25E-BB7B51DAE929}" presName="spaceBetweenRectangles" presStyleLbl="fgAcc1" presStyleIdx="6" presStyleCnt="7"/>
      <dgm:spPr/>
    </dgm:pt>
    <dgm:pt modelId="{3BB6DAE6-73B4-6545-A325-477007A91CDE}" type="pres">
      <dgm:prSet presAssocID="{DA7184F8-84CF-49E4-A82C-308A5074AFBB}" presName="composite" presStyleCnt="0"/>
      <dgm:spPr/>
    </dgm:pt>
    <dgm:pt modelId="{DFB7EE90-BCC1-2443-B0E3-0DD653E66AEC}" type="pres">
      <dgm:prSet presAssocID="{DA7184F8-84CF-49E4-A82C-308A5074AFBB}" presName="Parent1" presStyleLbl="alignNode1" presStyleIdx="7" presStyleCnt="8">
        <dgm:presLayoutVars>
          <dgm:chMax val="1"/>
          <dgm:chPref val="1"/>
          <dgm:bulletEnabled val="1"/>
        </dgm:presLayoutVars>
      </dgm:prSet>
      <dgm:spPr>
        <a:prstGeom prst="roundRect">
          <a:avLst/>
        </a:prstGeom>
      </dgm:spPr>
    </dgm:pt>
    <dgm:pt modelId="{74EC5A45-785A-9345-91A5-B7FDC3454CB4}" type="pres">
      <dgm:prSet presAssocID="{DA7184F8-84CF-49E4-A82C-308A5074AFBB}" presName="Childtext1" presStyleLbl="revTx" presStyleIdx="7" presStyleCnt="8">
        <dgm:presLayoutVars>
          <dgm:chMax val="0"/>
          <dgm:chPref val="0"/>
          <dgm:bulletEnabled/>
        </dgm:presLayoutVars>
      </dgm:prSet>
      <dgm:spPr/>
    </dgm:pt>
    <dgm:pt modelId="{C3EBF441-E5CB-564B-A795-06459E0A9B68}" type="pres">
      <dgm:prSet presAssocID="{DA7184F8-84CF-49E4-A82C-308A5074AFBB}" presName="ConnectLine" presStyleLbl="sibTrans1D1" presStyleIdx="7" presStyleCnt="8"/>
      <dgm:spPr>
        <a:noFill/>
        <a:ln w="12700" cap="flat" cmpd="sng" algn="ctr">
          <a:solidFill>
            <a:schemeClr val="accent5">
              <a:hueOff val="-12152150"/>
              <a:satOff val="-826"/>
              <a:lumOff val="1961"/>
              <a:alphaOff val="0"/>
            </a:schemeClr>
          </a:solidFill>
          <a:prstDash val="dash"/>
          <a:miter lim="800000"/>
        </a:ln>
        <a:effectLst/>
      </dgm:spPr>
    </dgm:pt>
    <dgm:pt modelId="{3343EE0C-C1EF-6640-8A39-82407537AA6E}" type="pres">
      <dgm:prSet presAssocID="{DA7184F8-84CF-49E4-A82C-308A5074AFBB}" presName="ConnectLineEnd" presStyleLbl="node1" presStyleIdx="7" presStyleCnt="8"/>
      <dgm:spPr/>
    </dgm:pt>
    <dgm:pt modelId="{51E9BB52-927B-0549-9713-F63B1841BD5A}" type="pres">
      <dgm:prSet presAssocID="{DA7184F8-84CF-49E4-A82C-308A5074AFBB}" presName="EmptyPane" presStyleCnt="0"/>
      <dgm:spPr/>
    </dgm:pt>
  </dgm:ptLst>
  <dgm:cxnLst>
    <dgm:cxn modelId="{3B7D2301-0C3D-DB49-B025-B0A4C902BEDF}" type="presOf" srcId="{256F6ACA-9A90-48B3-9B71-2CA1FD3DD85E}" destId="{74EC5A45-785A-9345-91A5-B7FDC3454CB4}" srcOrd="0" destOrd="0" presId="urn:microsoft.com/office/officeart/2016/7/layout/HexagonTimeline"/>
    <dgm:cxn modelId="{A803F308-856C-DE46-9E8F-9FEEC34F3B0A}" type="presOf" srcId="{18443A21-D599-497F-ACCA-246C03961AC6}" destId="{F05F8A57-602F-0442-8673-A7E32ADFA9FD}" srcOrd="0" destOrd="0" presId="urn:microsoft.com/office/officeart/2016/7/layout/HexagonTimeline"/>
    <dgm:cxn modelId="{6D19EB10-7BA4-4ADE-A630-613E655DB024}" srcId="{3F56826A-F962-47E0-9090-E10B5E122BAE}" destId="{41DDCDD0-8F5A-4688-861C-50005BDE7F42}" srcOrd="0" destOrd="0" parTransId="{D614261D-ABCF-4AA7-AB0C-EEF46F5813AA}" sibTransId="{A52185DD-4CE1-4413-AD4B-3812E517E817}"/>
    <dgm:cxn modelId="{C53E6615-6E56-8C45-A883-4FECBDA5FA73}" type="presOf" srcId="{BB2F2EAF-BE32-4913-A3A4-EBD05A58337F}" destId="{B577384D-E632-8B4E-B55A-C6246E88824A}" srcOrd="0" destOrd="0" presId="urn:microsoft.com/office/officeart/2016/7/layout/HexagonTimeline"/>
    <dgm:cxn modelId="{1B7F0C18-7D5B-B34A-87C7-1D868F192E9E}" type="presOf" srcId="{0C70F2DB-D675-4718-BCBD-44D05BA75579}" destId="{8700080E-9A55-2B4C-99AC-0650C5C197BC}" srcOrd="0" destOrd="0" presId="urn:microsoft.com/office/officeart/2016/7/layout/HexagonTimeline"/>
    <dgm:cxn modelId="{C04B331A-F06B-8447-9430-5F681F3250E7}" type="presOf" srcId="{4231BC6B-9B68-43EA-8AA2-9961659ED7BC}" destId="{854E8F68-4CD6-034E-BBB5-F1B063726452}" srcOrd="0" destOrd="0" presId="urn:microsoft.com/office/officeart/2016/7/layout/HexagonTimeline"/>
    <dgm:cxn modelId="{446AF71A-126D-414B-BFAC-E8E5EA035634}" type="presOf" srcId="{665E1F60-AEF8-48D5-9574-72E6735072BA}" destId="{0EA4D53E-CE5E-B24E-8C1B-6DD22A643D59}" srcOrd="0" destOrd="0" presId="urn:microsoft.com/office/officeart/2016/7/layout/HexagonTimeline"/>
    <dgm:cxn modelId="{E4A1DC1D-8E4E-4FB3-A35B-B5720B3A1C04}" srcId="{77F52675-E8B1-4419-A7EF-5404C335AC9A}" destId="{16185167-F3F5-42DA-BD7F-179FD70834A0}" srcOrd="0" destOrd="0" parTransId="{447AB2B4-E7BD-4350-A9B1-181303EB8684}" sibTransId="{ADAC8294-4499-47B8-BF91-376F9825FBD6}"/>
    <dgm:cxn modelId="{AE9FCE20-F9DE-A743-92A3-21E663D60C62}" type="presOf" srcId="{10CB6A10-5D05-4ED3-BBDE-B2B0152B76D2}" destId="{70AB9900-90B9-CC49-97CB-6C2316BA333B}" srcOrd="0" destOrd="0" presId="urn:microsoft.com/office/officeart/2016/7/layout/HexagonTimeline"/>
    <dgm:cxn modelId="{926A7433-39CB-437D-848F-1367F7D6D124}" srcId="{21983657-3332-4A3C-9AC1-CE3A84C6E201}" destId="{D9D95588-2B2E-4E90-A590-A5C66561B3E4}" srcOrd="0" destOrd="0" parTransId="{3C4DFAA8-FFB3-4066-9223-4B096209B1C5}" sibTransId="{15F60837-329B-4D5E-94DF-2F50A205435B}"/>
    <dgm:cxn modelId="{B44D1844-415A-42E8-8628-E5FE3E0BBB4D}" srcId="{665E1F60-AEF8-48D5-9574-72E6735072BA}" destId="{26D0FA7D-5B21-4174-9490-960A64A142B1}" srcOrd="6" destOrd="0" parTransId="{162E696C-BA05-40B2-B0CE-B1BFE3DE2B30}" sibTransId="{B65278E2-58C1-4CD7-B25E-BB7B51DAE929}"/>
    <dgm:cxn modelId="{15769D45-C449-0E46-90EC-3E5428C824E4}" type="presOf" srcId="{21983657-3332-4A3C-9AC1-CE3A84C6E201}" destId="{5ADD7035-9265-6441-B4EA-A91EB558E634}" srcOrd="0" destOrd="0" presId="urn:microsoft.com/office/officeart/2016/7/layout/HexagonTimeline"/>
    <dgm:cxn modelId="{510E8F4D-E640-4DCA-85CA-05A1F574B33C}" srcId="{C5E3A50F-A9DD-4C8D-AD7A-C07FC220DBCB}" destId="{163878DC-EA6B-4A47-9A5D-9C6734C92997}" srcOrd="0" destOrd="0" parTransId="{94A2AC35-D934-48F5-9A90-4055DA9C417C}" sibTransId="{7532BF4E-E3A3-4149-BB2D-2F8975106826}"/>
    <dgm:cxn modelId="{6E6CF854-7F28-3041-AE07-1F95C5296D2D}" type="presOf" srcId="{DA7184F8-84CF-49E4-A82C-308A5074AFBB}" destId="{DFB7EE90-BCC1-2443-B0E3-0DD653E66AEC}" srcOrd="0" destOrd="0" presId="urn:microsoft.com/office/officeart/2016/7/layout/HexagonTimeline"/>
    <dgm:cxn modelId="{B30B0F59-E511-48A9-AD67-4BC82D3ECC9A}" srcId="{665E1F60-AEF8-48D5-9574-72E6735072BA}" destId="{C5E3A50F-A9DD-4C8D-AD7A-C07FC220DBCB}" srcOrd="4" destOrd="0" parTransId="{6023C25E-CA58-4331-9587-B9633C972F57}" sibTransId="{96C44764-F7CE-4087-883C-BA754250574F}"/>
    <dgm:cxn modelId="{CAF5DE5D-0AF4-6844-AD2F-DBC2CBBECFCB}" type="presOf" srcId="{C5E3A50F-A9DD-4C8D-AD7A-C07FC220DBCB}" destId="{A603843A-B692-8E43-A973-844D532B715E}" srcOrd="0" destOrd="0" presId="urn:microsoft.com/office/officeart/2016/7/layout/HexagonTimeline"/>
    <dgm:cxn modelId="{E76A9669-4BD5-416F-BD52-5A94A9A0AD0E}" srcId="{665E1F60-AEF8-48D5-9574-72E6735072BA}" destId="{10CB6A10-5D05-4ED3-BBDE-B2B0152B76D2}" srcOrd="0" destOrd="0" parTransId="{E25DEE6F-BFD5-48B8-8E72-F902C122DBF5}" sibTransId="{0DAE8F67-2544-4A2E-B738-6E79D58AF335}"/>
    <dgm:cxn modelId="{79AE827E-CA97-4E24-A34A-0A4DD8297A24}" srcId="{DA7184F8-84CF-49E4-A82C-308A5074AFBB}" destId="{256F6ACA-9A90-48B3-9B71-2CA1FD3DD85E}" srcOrd="0" destOrd="0" parTransId="{FA42181C-2715-48EF-B238-84DA9761CFCA}" sibTransId="{2CA2029E-49EB-4F06-85FE-A94E982ADF4F}"/>
    <dgm:cxn modelId="{4C4B3487-CB9F-984C-8CF5-7C1908FEE02F}" type="presOf" srcId="{163878DC-EA6B-4A47-9A5D-9C6734C92997}" destId="{A8692CCA-4450-FD4B-9DDF-F6CC89C379D1}" srcOrd="0" destOrd="0" presId="urn:microsoft.com/office/officeart/2016/7/layout/HexagonTimeline"/>
    <dgm:cxn modelId="{B49B3CA1-F600-C743-AF05-23DD81077B8C}" type="presOf" srcId="{D9D95588-2B2E-4E90-A590-A5C66561B3E4}" destId="{6CB3C426-EF4E-A24D-842B-639ECB9C7E8C}" srcOrd="0" destOrd="0" presId="urn:microsoft.com/office/officeart/2016/7/layout/HexagonTimeline"/>
    <dgm:cxn modelId="{C220A8A6-9002-45DE-B3F8-66840F0322A5}" srcId="{26D0FA7D-5B21-4174-9490-960A64A142B1}" destId="{4231BC6B-9B68-43EA-8AA2-9961659ED7BC}" srcOrd="0" destOrd="0" parTransId="{CEB75A99-46C7-40A0-9416-6CBF296E8E4F}" sibTransId="{DD655295-0D86-4497-ACFC-F5B7F1878448}"/>
    <dgm:cxn modelId="{FD753BAB-2F97-FB4C-8A56-E6495207BD3F}" type="presOf" srcId="{26D0FA7D-5B21-4174-9490-960A64A142B1}" destId="{FF104820-13C5-D943-9537-9ECF2CEA0D20}" srcOrd="0" destOrd="0" presId="urn:microsoft.com/office/officeart/2016/7/layout/HexagonTimeline"/>
    <dgm:cxn modelId="{E47EC5B9-859D-564C-88A4-399B67978183}" type="presOf" srcId="{3F56826A-F962-47E0-9090-E10B5E122BAE}" destId="{E7582C9F-3AEF-A241-B706-36D560FD721A}" srcOrd="0" destOrd="0" presId="urn:microsoft.com/office/officeart/2016/7/layout/HexagonTimeline"/>
    <dgm:cxn modelId="{AE957CC4-5435-5E4A-B78B-4992288664BC}" type="presOf" srcId="{41DDCDD0-8F5A-4688-861C-50005BDE7F42}" destId="{42A8CAB3-61EA-9243-9D87-3D992949442E}" srcOrd="0" destOrd="0" presId="urn:microsoft.com/office/officeart/2016/7/layout/HexagonTimeline"/>
    <dgm:cxn modelId="{1AA0A8C6-BE9B-DA4F-B677-BAB337E067D5}" type="presOf" srcId="{16185167-F3F5-42DA-BD7F-179FD70834A0}" destId="{03DC4F4C-FFDA-F44E-A2F9-2060FC4061D9}" srcOrd="0" destOrd="0" presId="urn:microsoft.com/office/officeart/2016/7/layout/HexagonTimeline"/>
    <dgm:cxn modelId="{FAACE1CB-F57D-4210-A735-6409ABA6AA2D}" srcId="{665E1F60-AEF8-48D5-9574-72E6735072BA}" destId="{77F52675-E8B1-4419-A7EF-5404C335AC9A}" srcOrd="3" destOrd="0" parTransId="{099A6C2F-C66A-4578-BD20-DFC0E9D4FF9A}" sibTransId="{ADB06A3E-CF67-49E4-A6DE-B6A3EF830A94}"/>
    <dgm:cxn modelId="{11349FCD-36E2-410A-8F35-5BA24412FA26}" srcId="{665E1F60-AEF8-48D5-9574-72E6735072BA}" destId="{DA7184F8-84CF-49E4-A82C-308A5074AFBB}" srcOrd="7" destOrd="0" parTransId="{FD22F9A8-FDD8-425E-8612-12E0A01AF710}" sibTransId="{F316D7DB-5E4C-47C5-80FC-D682C574F688}"/>
    <dgm:cxn modelId="{4A62E1D3-76D1-ED4C-AEC4-CDC37B1C04A3}" type="presOf" srcId="{77F52675-E8B1-4419-A7EF-5404C335AC9A}" destId="{0F796497-287E-7348-9271-E9D8AE02277A}" srcOrd="0" destOrd="0" presId="urn:microsoft.com/office/officeart/2016/7/layout/HexagonTimeline"/>
    <dgm:cxn modelId="{19823EE3-8749-4942-B221-4255B628AB8A}" srcId="{665E1F60-AEF8-48D5-9574-72E6735072BA}" destId="{21983657-3332-4A3C-9AC1-CE3A84C6E201}" srcOrd="2" destOrd="0" parTransId="{6979427F-80C1-417E-82E6-8F547A4C1984}" sibTransId="{946069BC-D552-4998-8650-7034FD595FDD}"/>
    <dgm:cxn modelId="{97D498EF-3822-41DB-B9C7-B597B138D2D7}" srcId="{10CB6A10-5D05-4ED3-BBDE-B2B0152B76D2}" destId="{18443A21-D599-497F-ACCA-246C03961AC6}" srcOrd="0" destOrd="0" parTransId="{506B02BE-B97B-4B79-A000-65810C11B9EE}" sibTransId="{396492A3-A72E-4F17-B57B-6064163242C3}"/>
    <dgm:cxn modelId="{50F892F1-F5DA-4AE0-BA2A-EA6BC8D6215E}" srcId="{BB2F2EAF-BE32-4913-A3A4-EBD05A58337F}" destId="{0C70F2DB-D675-4718-BCBD-44D05BA75579}" srcOrd="0" destOrd="0" parTransId="{13A92973-2887-4825-BF6C-7416DE7A66A7}" sibTransId="{7A92AE22-0159-438A-ABA9-D194F8562BE4}"/>
    <dgm:cxn modelId="{5CA8A3FB-8A10-4EA7-9AD6-F16024C1FC36}" srcId="{665E1F60-AEF8-48D5-9574-72E6735072BA}" destId="{BB2F2EAF-BE32-4913-A3A4-EBD05A58337F}" srcOrd="1" destOrd="0" parTransId="{ABCD6DD5-D840-4A0D-B2C9-5E44B24F2EB7}" sibTransId="{01E6628A-6131-49FB-9F8B-A07F0A78B6A3}"/>
    <dgm:cxn modelId="{7FBAD2FD-12F2-4E58-B88D-3B774798D327}" srcId="{665E1F60-AEF8-48D5-9574-72E6735072BA}" destId="{3F56826A-F962-47E0-9090-E10B5E122BAE}" srcOrd="5" destOrd="0" parTransId="{CAD97F8D-55B9-45A7-888F-A6D6FE6967ED}" sibTransId="{82B6EC64-71B4-4670-9A41-B2878BAB44C3}"/>
    <dgm:cxn modelId="{22F69882-D6F7-8341-96FE-D18DC2247B1E}" type="presParOf" srcId="{0EA4D53E-CE5E-B24E-8C1B-6DD22A643D59}" destId="{2AB9E3BF-6DD5-8748-B99F-FCA3278F3E38}" srcOrd="0" destOrd="0" presId="urn:microsoft.com/office/officeart/2016/7/layout/HexagonTimeline"/>
    <dgm:cxn modelId="{72452FCD-F6BC-E942-A8ED-49DCA9634E89}" type="presParOf" srcId="{2AB9E3BF-6DD5-8748-B99F-FCA3278F3E38}" destId="{70AB9900-90B9-CC49-97CB-6C2316BA333B}" srcOrd="0" destOrd="0" presId="urn:microsoft.com/office/officeart/2016/7/layout/HexagonTimeline"/>
    <dgm:cxn modelId="{B7281673-02AA-AD4F-899A-A37B6DF1BC30}" type="presParOf" srcId="{2AB9E3BF-6DD5-8748-B99F-FCA3278F3E38}" destId="{F05F8A57-602F-0442-8673-A7E32ADFA9FD}" srcOrd="1" destOrd="0" presId="urn:microsoft.com/office/officeart/2016/7/layout/HexagonTimeline"/>
    <dgm:cxn modelId="{54146718-DD47-3342-99CC-17921603EE0F}" type="presParOf" srcId="{2AB9E3BF-6DD5-8748-B99F-FCA3278F3E38}" destId="{E966A3ED-C201-D943-AC23-5111A1EFD2D6}" srcOrd="2" destOrd="0" presId="urn:microsoft.com/office/officeart/2016/7/layout/HexagonTimeline"/>
    <dgm:cxn modelId="{6CB45F29-885D-8D48-A347-F33D7ADE32A5}" type="presParOf" srcId="{2AB9E3BF-6DD5-8748-B99F-FCA3278F3E38}" destId="{04823F96-7403-9143-B44E-813314C4BE67}" srcOrd="3" destOrd="0" presId="urn:microsoft.com/office/officeart/2016/7/layout/HexagonTimeline"/>
    <dgm:cxn modelId="{C54B96D0-4E11-304A-88E4-CF47714E2E2A}" type="presParOf" srcId="{2AB9E3BF-6DD5-8748-B99F-FCA3278F3E38}" destId="{70F13653-07CA-4E4E-AAEA-B7ACF805A5F7}" srcOrd="4" destOrd="0" presId="urn:microsoft.com/office/officeart/2016/7/layout/HexagonTimeline"/>
    <dgm:cxn modelId="{F2DB7BE8-41E9-D24D-91E0-C46B9434C0A3}" type="presParOf" srcId="{0EA4D53E-CE5E-B24E-8C1B-6DD22A643D59}" destId="{ABA5B0A4-EC2A-FD4F-ACFC-48B5E0B7C62E}" srcOrd="1" destOrd="0" presId="urn:microsoft.com/office/officeart/2016/7/layout/HexagonTimeline"/>
    <dgm:cxn modelId="{A48557B0-BEA6-9449-A47A-E083B28DA001}" type="presParOf" srcId="{0EA4D53E-CE5E-B24E-8C1B-6DD22A643D59}" destId="{103BCE17-A6B7-4641-BBA3-EF4743E0717A}" srcOrd="2" destOrd="0" presId="urn:microsoft.com/office/officeart/2016/7/layout/HexagonTimeline"/>
    <dgm:cxn modelId="{AD78AF65-954A-9041-A728-85F524914977}" type="presParOf" srcId="{103BCE17-A6B7-4641-BBA3-EF4743E0717A}" destId="{B577384D-E632-8B4E-B55A-C6246E88824A}" srcOrd="0" destOrd="0" presId="urn:microsoft.com/office/officeart/2016/7/layout/HexagonTimeline"/>
    <dgm:cxn modelId="{56045D3A-6AD6-1F4C-960A-C3C25BAC6ACA}" type="presParOf" srcId="{103BCE17-A6B7-4641-BBA3-EF4743E0717A}" destId="{8700080E-9A55-2B4C-99AC-0650C5C197BC}" srcOrd="1" destOrd="0" presId="urn:microsoft.com/office/officeart/2016/7/layout/HexagonTimeline"/>
    <dgm:cxn modelId="{84F998A1-2B39-EA4D-B64D-FE1F28F8BEF3}" type="presParOf" srcId="{103BCE17-A6B7-4641-BBA3-EF4743E0717A}" destId="{6C636B60-E199-8544-B30C-8997C911B4F4}" srcOrd="2" destOrd="0" presId="urn:microsoft.com/office/officeart/2016/7/layout/HexagonTimeline"/>
    <dgm:cxn modelId="{385CA2F1-4C9A-4240-9AA9-C4E6B2247BEC}" type="presParOf" srcId="{103BCE17-A6B7-4641-BBA3-EF4743E0717A}" destId="{23D1305A-B856-3946-887B-3E094E4C2000}" srcOrd="3" destOrd="0" presId="urn:microsoft.com/office/officeart/2016/7/layout/HexagonTimeline"/>
    <dgm:cxn modelId="{EA20E319-4EAA-1343-B4E4-89D00DC0B7FC}" type="presParOf" srcId="{103BCE17-A6B7-4641-BBA3-EF4743E0717A}" destId="{96DA5055-0276-7943-8813-1E0305EC83E7}" srcOrd="4" destOrd="0" presId="urn:microsoft.com/office/officeart/2016/7/layout/HexagonTimeline"/>
    <dgm:cxn modelId="{DB4BF733-55AC-DB4E-B34A-765EE88BF089}" type="presParOf" srcId="{0EA4D53E-CE5E-B24E-8C1B-6DD22A643D59}" destId="{F6D6F467-4B03-5E40-BE04-5750B3949CFE}" srcOrd="3" destOrd="0" presId="urn:microsoft.com/office/officeart/2016/7/layout/HexagonTimeline"/>
    <dgm:cxn modelId="{886B3876-C48C-8649-AB05-F914A100AFE6}" type="presParOf" srcId="{0EA4D53E-CE5E-B24E-8C1B-6DD22A643D59}" destId="{9EC71B16-1DCA-9649-9D53-2607C21FDF41}" srcOrd="4" destOrd="0" presId="urn:microsoft.com/office/officeart/2016/7/layout/HexagonTimeline"/>
    <dgm:cxn modelId="{4E9EFF39-2C4A-8940-BCB6-C12363F01E2A}" type="presParOf" srcId="{9EC71B16-1DCA-9649-9D53-2607C21FDF41}" destId="{5ADD7035-9265-6441-B4EA-A91EB558E634}" srcOrd="0" destOrd="0" presId="urn:microsoft.com/office/officeart/2016/7/layout/HexagonTimeline"/>
    <dgm:cxn modelId="{22D6B145-DA7C-734A-B0C1-8D1554040BC4}" type="presParOf" srcId="{9EC71B16-1DCA-9649-9D53-2607C21FDF41}" destId="{6CB3C426-EF4E-A24D-842B-639ECB9C7E8C}" srcOrd="1" destOrd="0" presId="urn:microsoft.com/office/officeart/2016/7/layout/HexagonTimeline"/>
    <dgm:cxn modelId="{9423F2A0-9BF2-1F47-8296-705DF436AD5C}" type="presParOf" srcId="{9EC71B16-1DCA-9649-9D53-2607C21FDF41}" destId="{1998481D-CAB2-D446-AC8A-2EA1E252E704}" srcOrd="2" destOrd="0" presId="urn:microsoft.com/office/officeart/2016/7/layout/HexagonTimeline"/>
    <dgm:cxn modelId="{DE4BD028-7564-C044-8910-045E856D0AF8}" type="presParOf" srcId="{9EC71B16-1DCA-9649-9D53-2607C21FDF41}" destId="{2829EB9D-3739-B345-B2DB-C39231E92389}" srcOrd="3" destOrd="0" presId="urn:microsoft.com/office/officeart/2016/7/layout/HexagonTimeline"/>
    <dgm:cxn modelId="{1558377F-00D4-E84C-AA43-1D696A80C482}" type="presParOf" srcId="{9EC71B16-1DCA-9649-9D53-2607C21FDF41}" destId="{14C69EA9-3EE5-5C42-BD59-49C3D3C77A96}" srcOrd="4" destOrd="0" presId="urn:microsoft.com/office/officeart/2016/7/layout/HexagonTimeline"/>
    <dgm:cxn modelId="{03D6A27D-DB2E-B946-9438-D306667EA54C}" type="presParOf" srcId="{0EA4D53E-CE5E-B24E-8C1B-6DD22A643D59}" destId="{DBA928F3-C3EC-E942-A3C8-03B7E05E84E0}" srcOrd="5" destOrd="0" presId="urn:microsoft.com/office/officeart/2016/7/layout/HexagonTimeline"/>
    <dgm:cxn modelId="{7CC1E815-F749-3D44-B7B5-DE93866E3C0D}" type="presParOf" srcId="{0EA4D53E-CE5E-B24E-8C1B-6DD22A643D59}" destId="{8AE020C0-571B-9341-915E-0EEA75B612CB}" srcOrd="6" destOrd="0" presId="urn:microsoft.com/office/officeart/2016/7/layout/HexagonTimeline"/>
    <dgm:cxn modelId="{717F3D9B-6088-2E47-8A08-CF8AD697487B}" type="presParOf" srcId="{8AE020C0-571B-9341-915E-0EEA75B612CB}" destId="{0F796497-287E-7348-9271-E9D8AE02277A}" srcOrd="0" destOrd="0" presId="urn:microsoft.com/office/officeart/2016/7/layout/HexagonTimeline"/>
    <dgm:cxn modelId="{DDE9C1ED-11AE-004A-B139-ED04A8739FCD}" type="presParOf" srcId="{8AE020C0-571B-9341-915E-0EEA75B612CB}" destId="{03DC4F4C-FFDA-F44E-A2F9-2060FC4061D9}" srcOrd="1" destOrd="0" presId="urn:microsoft.com/office/officeart/2016/7/layout/HexagonTimeline"/>
    <dgm:cxn modelId="{60C02E90-5F42-BA41-B750-063998B8C55E}" type="presParOf" srcId="{8AE020C0-571B-9341-915E-0EEA75B612CB}" destId="{0C6BCD8A-00B1-9841-815D-BB18506BC6EB}" srcOrd="2" destOrd="0" presId="urn:microsoft.com/office/officeart/2016/7/layout/HexagonTimeline"/>
    <dgm:cxn modelId="{E2424476-561C-3D44-A2EF-AAE307114A76}" type="presParOf" srcId="{8AE020C0-571B-9341-915E-0EEA75B612CB}" destId="{219706A9-C125-7549-94CE-84F8CC764E01}" srcOrd="3" destOrd="0" presId="urn:microsoft.com/office/officeart/2016/7/layout/HexagonTimeline"/>
    <dgm:cxn modelId="{206159E7-49BE-E942-AAD2-D0938AFF90D4}" type="presParOf" srcId="{8AE020C0-571B-9341-915E-0EEA75B612CB}" destId="{D4AECF09-F7CB-9643-BBA3-208E64E9B18A}" srcOrd="4" destOrd="0" presId="urn:microsoft.com/office/officeart/2016/7/layout/HexagonTimeline"/>
    <dgm:cxn modelId="{4D5975CD-8CF0-F341-B3C3-6037658008B2}" type="presParOf" srcId="{0EA4D53E-CE5E-B24E-8C1B-6DD22A643D59}" destId="{579AC4A1-3C52-984E-A119-5B61DC0728EF}" srcOrd="7" destOrd="0" presId="urn:microsoft.com/office/officeart/2016/7/layout/HexagonTimeline"/>
    <dgm:cxn modelId="{0BC3D21D-6379-CD4E-87A6-385D23C8BE79}" type="presParOf" srcId="{0EA4D53E-CE5E-B24E-8C1B-6DD22A643D59}" destId="{5DF1FC5A-6A83-024E-ADC8-6AB35CB2EAEE}" srcOrd="8" destOrd="0" presId="urn:microsoft.com/office/officeart/2016/7/layout/HexagonTimeline"/>
    <dgm:cxn modelId="{415AEC6E-637B-F546-8B10-3C03C337F6AC}" type="presParOf" srcId="{5DF1FC5A-6A83-024E-ADC8-6AB35CB2EAEE}" destId="{A603843A-B692-8E43-A973-844D532B715E}" srcOrd="0" destOrd="0" presId="urn:microsoft.com/office/officeart/2016/7/layout/HexagonTimeline"/>
    <dgm:cxn modelId="{2C81EF21-C694-834E-A887-AA516CCE363A}" type="presParOf" srcId="{5DF1FC5A-6A83-024E-ADC8-6AB35CB2EAEE}" destId="{A8692CCA-4450-FD4B-9DDF-F6CC89C379D1}" srcOrd="1" destOrd="0" presId="urn:microsoft.com/office/officeart/2016/7/layout/HexagonTimeline"/>
    <dgm:cxn modelId="{520FE3FD-5FBA-4C4C-A06D-28BD3F40D569}" type="presParOf" srcId="{5DF1FC5A-6A83-024E-ADC8-6AB35CB2EAEE}" destId="{1302E004-7A7A-874F-A748-D4B691CE83C8}" srcOrd="2" destOrd="0" presId="urn:microsoft.com/office/officeart/2016/7/layout/HexagonTimeline"/>
    <dgm:cxn modelId="{4948F47F-B80E-104B-B455-B43C1396415B}" type="presParOf" srcId="{5DF1FC5A-6A83-024E-ADC8-6AB35CB2EAEE}" destId="{6803DD59-89C0-CC42-AE8E-971E251298B0}" srcOrd="3" destOrd="0" presId="urn:microsoft.com/office/officeart/2016/7/layout/HexagonTimeline"/>
    <dgm:cxn modelId="{1FAB325D-A0E7-9546-8C18-F86708128741}" type="presParOf" srcId="{5DF1FC5A-6A83-024E-ADC8-6AB35CB2EAEE}" destId="{23516339-1E35-8449-866A-5213B8FFBB06}" srcOrd="4" destOrd="0" presId="urn:microsoft.com/office/officeart/2016/7/layout/HexagonTimeline"/>
    <dgm:cxn modelId="{7C06356B-2D95-9349-9D64-120D2D376876}" type="presParOf" srcId="{0EA4D53E-CE5E-B24E-8C1B-6DD22A643D59}" destId="{7333653B-1E5B-D245-B5D1-E23AA23A3394}" srcOrd="9" destOrd="0" presId="urn:microsoft.com/office/officeart/2016/7/layout/HexagonTimeline"/>
    <dgm:cxn modelId="{CB766E7A-3256-BE41-8768-3D16656868F5}" type="presParOf" srcId="{0EA4D53E-CE5E-B24E-8C1B-6DD22A643D59}" destId="{7D083F16-16CE-7141-9549-882598682080}" srcOrd="10" destOrd="0" presId="urn:microsoft.com/office/officeart/2016/7/layout/HexagonTimeline"/>
    <dgm:cxn modelId="{786FC008-59FF-DF43-A7C1-02C837D9AF4E}" type="presParOf" srcId="{7D083F16-16CE-7141-9549-882598682080}" destId="{E7582C9F-3AEF-A241-B706-36D560FD721A}" srcOrd="0" destOrd="0" presId="urn:microsoft.com/office/officeart/2016/7/layout/HexagonTimeline"/>
    <dgm:cxn modelId="{45E1B3FE-A1F5-1C4A-9AAD-B3B038A5948A}" type="presParOf" srcId="{7D083F16-16CE-7141-9549-882598682080}" destId="{42A8CAB3-61EA-9243-9D87-3D992949442E}" srcOrd="1" destOrd="0" presId="urn:microsoft.com/office/officeart/2016/7/layout/HexagonTimeline"/>
    <dgm:cxn modelId="{A27E45D4-7BD5-4247-BE09-B49CE8A581AC}" type="presParOf" srcId="{7D083F16-16CE-7141-9549-882598682080}" destId="{B04ED5DF-FF03-2B4C-ADC1-694A08DD098E}" srcOrd="2" destOrd="0" presId="urn:microsoft.com/office/officeart/2016/7/layout/HexagonTimeline"/>
    <dgm:cxn modelId="{20D5A71D-6366-084C-987A-9395D10C97CC}" type="presParOf" srcId="{7D083F16-16CE-7141-9549-882598682080}" destId="{4C93B691-9C23-8E43-9094-EDBAA196ECCB}" srcOrd="3" destOrd="0" presId="urn:microsoft.com/office/officeart/2016/7/layout/HexagonTimeline"/>
    <dgm:cxn modelId="{57A999DE-3B1A-5343-9303-71BFD0FD0701}" type="presParOf" srcId="{7D083F16-16CE-7141-9549-882598682080}" destId="{EC4142F7-610D-9B48-A796-368E27F369BD}" srcOrd="4" destOrd="0" presId="urn:microsoft.com/office/officeart/2016/7/layout/HexagonTimeline"/>
    <dgm:cxn modelId="{DAD57A81-6AEA-A842-A3CA-EF8E77AB6EEA}" type="presParOf" srcId="{0EA4D53E-CE5E-B24E-8C1B-6DD22A643D59}" destId="{AEEA4EFE-ADC4-DF4D-B76C-C84B289A6BEA}" srcOrd="11" destOrd="0" presId="urn:microsoft.com/office/officeart/2016/7/layout/HexagonTimeline"/>
    <dgm:cxn modelId="{326B768E-304C-0F4D-A2B8-CCE10EDD63E4}" type="presParOf" srcId="{0EA4D53E-CE5E-B24E-8C1B-6DD22A643D59}" destId="{F207316D-64B6-0946-8197-9DA51E23011E}" srcOrd="12" destOrd="0" presId="urn:microsoft.com/office/officeart/2016/7/layout/HexagonTimeline"/>
    <dgm:cxn modelId="{B1FDF328-5F3F-FC44-A828-741AD19F5D45}" type="presParOf" srcId="{F207316D-64B6-0946-8197-9DA51E23011E}" destId="{FF104820-13C5-D943-9537-9ECF2CEA0D20}" srcOrd="0" destOrd="0" presId="urn:microsoft.com/office/officeart/2016/7/layout/HexagonTimeline"/>
    <dgm:cxn modelId="{C17CE785-32C8-B44A-8153-11EF235EC1E8}" type="presParOf" srcId="{F207316D-64B6-0946-8197-9DA51E23011E}" destId="{854E8F68-4CD6-034E-BBB5-F1B063726452}" srcOrd="1" destOrd="0" presId="urn:microsoft.com/office/officeart/2016/7/layout/HexagonTimeline"/>
    <dgm:cxn modelId="{F6EFAB53-0661-5646-8D4F-521C13022AD9}" type="presParOf" srcId="{F207316D-64B6-0946-8197-9DA51E23011E}" destId="{ED03672F-1856-274F-B4FF-ED5CAF05FB32}" srcOrd="2" destOrd="0" presId="urn:microsoft.com/office/officeart/2016/7/layout/HexagonTimeline"/>
    <dgm:cxn modelId="{F1A66879-030C-D640-9EA3-B0D8787345A6}" type="presParOf" srcId="{F207316D-64B6-0946-8197-9DA51E23011E}" destId="{9C8C940E-B9C4-0247-9A61-887C28E55342}" srcOrd="3" destOrd="0" presId="urn:microsoft.com/office/officeart/2016/7/layout/HexagonTimeline"/>
    <dgm:cxn modelId="{5A122539-944C-D947-B26A-6D517BA68806}" type="presParOf" srcId="{F207316D-64B6-0946-8197-9DA51E23011E}" destId="{8EB15814-867F-084E-BBD0-7A879C299CF7}" srcOrd="4" destOrd="0" presId="urn:microsoft.com/office/officeart/2016/7/layout/HexagonTimeline"/>
    <dgm:cxn modelId="{5FC39596-61CC-AD4D-8822-3F532BC02668}" type="presParOf" srcId="{0EA4D53E-CE5E-B24E-8C1B-6DD22A643D59}" destId="{2F35E91A-759E-0B42-9D70-7357A9BFA6AC}" srcOrd="13" destOrd="0" presId="urn:microsoft.com/office/officeart/2016/7/layout/HexagonTimeline"/>
    <dgm:cxn modelId="{B4F4B62B-83DB-A043-941E-F325F44A81FE}" type="presParOf" srcId="{0EA4D53E-CE5E-B24E-8C1B-6DD22A643D59}" destId="{3BB6DAE6-73B4-6545-A325-477007A91CDE}" srcOrd="14" destOrd="0" presId="urn:microsoft.com/office/officeart/2016/7/layout/HexagonTimeline"/>
    <dgm:cxn modelId="{99C35D38-962D-B84B-9EFA-67069A5AD635}" type="presParOf" srcId="{3BB6DAE6-73B4-6545-A325-477007A91CDE}" destId="{DFB7EE90-BCC1-2443-B0E3-0DD653E66AEC}" srcOrd="0" destOrd="0" presId="urn:microsoft.com/office/officeart/2016/7/layout/HexagonTimeline"/>
    <dgm:cxn modelId="{5963E6B4-A460-B144-B6C2-0F40E3CFF122}" type="presParOf" srcId="{3BB6DAE6-73B4-6545-A325-477007A91CDE}" destId="{74EC5A45-785A-9345-91A5-B7FDC3454CB4}" srcOrd="1" destOrd="0" presId="urn:microsoft.com/office/officeart/2016/7/layout/HexagonTimeline"/>
    <dgm:cxn modelId="{43F48EA3-0818-2143-8893-DBEDE21F64C1}" type="presParOf" srcId="{3BB6DAE6-73B4-6545-A325-477007A91CDE}" destId="{C3EBF441-E5CB-564B-A795-06459E0A9B68}" srcOrd="2" destOrd="0" presId="urn:microsoft.com/office/officeart/2016/7/layout/HexagonTimeline"/>
    <dgm:cxn modelId="{CF0AE698-1537-114F-B159-1C4B81F2EA20}" type="presParOf" srcId="{3BB6DAE6-73B4-6545-A325-477007A91CDE}" destId="{3343EE0C-C1EF-6640-8A39-82407537AA6E}" srcOrd="3" destOrd="0" presId="urn:microsoft.com/office/officeart/2016/7/layout/HexagonTimeline"/>
    <dgm:cxn modelId="{A782AA76-EAF5-C24F-AB38-793D0CB8660E}" type="presParOf" srcId="{3BB6DAE6-73B4-6545-A325-477007A91CDE}" destId="{51E9BB52-927B-0549-9713-F63B1841BD5A}" srcOrd="4" destOrd="0" presId="urn:microsoft.com/office/officeart/2016/7/layout/HexagonTimeline"/>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30B841-F36B-2949-99EF-627DB7FB005B}">
      <dsp:nvSpPr>
        <dsp:cNvPr id="0" name=""/>
        <dsp:cNvSpPr/>
      </dsp:nvSpPr>
      <dsp:spPr>
        <a:xfrm>
          <a:off x="0" y="12509"/>
          <a:ext cx="6165464" cy="6165464"/>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E0370A-F12E-3F4E-A952-8D84BDB11A53}">
      <dsp:nvSpPr>
        <dsp:cNvPr id="0" name=""/>
        <dsp:cNvSpPr/>
      </dsp:nvSpPr>
      <dsp:spPr>
        <a:xfrm>
          <a:off x="585719" y="598228"/>
          <a:ext cx="2404530" cy="2404530"/>
        </a:xfrm>
        <a:prstGeom prst="roundRect">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Cross-Sectional in Age </a:t>
          </a:r>
          <a14:m xmlns:a14="http://schemas.microsoft.com/office/drawing/2010/main">
            <m:oMath xmlns:m="http://schemas.openxmlformats.org/officeDocument/2006/math">
              <m:r>
                <a:rPr lang="en-US" sz="3000" b="0" i="1" kern="1200" smtClean="0">
                  <a:solidFill>
                    <a:schemeClr val="bg1"/>
                  </a:solidFill>
                  <a:latin typeface="Cambria Math" panose="02040503050406030204" pitchFamily="18" charset="0"/>
                  <a:ea typeface="+mj-ea"/>
                  <a:cs typeface="+mj-cs"/>
                </a:rPr>
                <m:t>𝑎</m:t>
              </m:r>
            </m:oMath>
          </a14:m>
          <a:r>
            <a:rPr lang="en-US" sz="3000" kern="1200" dirty="0"/>
            <a:t> </a:t>
          </a:r>
        </a:p>
      </dsp:txBody>
      <dsp:txXfrm>
        <a:off x="703098" y="715607"/>
        <a:ext cx="2169772" cy="2169772"/>
      </dsp:txXfrm>
    </dsp:sp>
    <dsp:sp modelId="{296D49CA-4620-E946-B669-018DAD574D7D}">
      <dsp:nvSpPr>
        <dsp:cNvPr id="0" name=""/>
        <dsp:cNvSpPr/>
      </dsp:nvSpPr>
      <dsp:spPr>
        <a:xfrm>
          <a:off x="3175213" y="598228"/>
          <a:ext cx="2404530" cy="2404530"/>
        </a:xfrm>
        <a:prstGeom prst="round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Cross-Sectional in Period </a:t>
          </a:r>
          <a14:m xmlns:a14="http://schemas.microsoft.com/office/drawing/2010/main">
            <m:oMath xmlns:m="http://schemas.openxmlformats.org/officeDocument/2006/math">
              <m:r>
                <a:rPr lang="en-US" sz="3000" b="0" i="1" kern="1200" smtClean="0">
                  <a:solidFill>
                    <a:schemeClr val="bg1"/>
                  </a:solidFill>
                  <a:latin typeface="Cambria Math" panose="02040503050406030204" pitchFamily="18" charset="0"/>
                  <a:ea typeface="+mj-ea"/>
                  <a:cs typeface="+mj-cs"/>
                </a:rPr>
                <m:t>𝑝</m:t>
              </m:r>
            </m:oMath>
          </a14:m>
          <a:endParaRPr lang="en-US" sz="3000" kern="1200" dirty="0"/>
        </a:p>
      </dsp:txBody>
      <dsp:txXfrm>
        <a:off x="3292592" y="715607"/>
        <a:ext cx="2169772" cy="2169772"/>
      </dsp:txXfrm>
    </dsp:sp>
    <dsp:sp modelId="{E43F9640-E21E-EB4E-BCA3-14AF59DC78F6}">
      <dsp:nvSpPr>
        <dsp:cNvPr id="0" name=""/>
        <dsp:cNvSpPr/>
      </dsp:nvSpPr>
      <dsp:spPr>
        <a:xfrm>
          <a:off x="585719" y="3187723"/>
          <a:ext cx="2404530" cy="2404530"/>
        </a:xfrm>
        <a:prstGeom prst="round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Longitudinal in Age </a:t>
          </a:r>
          <a14:m xmlns:a14="http://schemas.microsoft.com/office/drawing/2010/main">
            <m:oMath xmlns:m="http://schemas.openxmlformats.org/officeDocument/2006/math">
              <m:sSub>
                <m:sSubPr>
                  <m:ctrlPr>
                    <a:rPr lang="en-US" sz="3000" b="0" i="1" kern="1200" smtClean="0">
                      <a:solidFill>
                        <a:schemeClr val="bg1"/>
                      </a:solidFill>
                      <a:latin typeface="Cambria Math" panose="02040503050406030204" pitchFamily="18" charset="0"/>
                    </a:rPr>
                  </m:ctrlPr>
                </m:sSubPr>
                <m:e>
                  <m:r>
                    <a:rPr lang="en-US" sz="3000" i="1" kern="1200">
                      <a:solidFill>
                        <a:schemeClr val="bg1"/>
                      </a:solidFill>
                      <a:latin typeface="Cambria Math" panose="02040503050406030204" pitchFamily="18" charset="0"/>
                    </a:rPr>
                    <m:t>𝑎</m:t>
                  </m:r>
                </m:e>
                <m:sub>
                  <m:r>
                    <a:rPr lang="en-US" sz="3000" i="1" kern="1200">
                      <a:solidFill>
                        <a:schemeClr val="bg1"/>
                      </a:solidFill>
                      <a:latin typeface="Cambria Math" panose="02040503050406030204" pitchFamily="18" charset="0"/>
                      <a:ea typeface="Cambria Math" panose="02040503050406030204" pitchFamily="18" charset="0"/>
                    </a:rPr>
                    <m:t>↘</m:t>
                  </m:r>
                </m:sub>
              </m:sSub>
            </m:oMath>
          </a14:m>
          <a:r>
            <a:rPr lang="en-US" sz="3000" kern="1200" dirty="0"/>
            <a:t> </a:t>
          </a:r>
        </a:p>
      </dsp:txBody>
      <dsp:txXfrm>
        <a:off x="703098" y="3305102"/>
        <a:ext cx="2169772" cy="2169772"/>
      </dsp:txXfrm>
    </dsp:sp>
    <dsp:sp modelId="{561E204D-8074-4D41-8CEE-624094AF26D5}">
      <dsp:nvSpPr>
        <dsp:cNvPr id="0" name=""/>
        <dsp:cNvSpPr/>
      </dsp:nvSpPr>
      <dsp:spPr>
        <a:xfrm>
          <a:off x="3175213" y="3187723"/>
          <a:ext cx="2404530" cy="2404530"/>
        </a:xfrm>
        <a:prstGeom prst="round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Cross-Sectional in Cohort </a:t>
          </a:r>
          <a14:m xmlns:a14="http://schemas.microsoft.com/office/drawing/2010/main">
            <m:oMath xmlns:m="http://schemas.openxmlformats.org/officeDocument/2006/math">
              <m:r>
                <a:rPr lang="en-US" sz="3000" b="0" i="1" kern="1200" smtClean="0">
                  <a:solidFill>
                    <a:schemeClr val="bg1"/>
                  </a:solidFill>
                  <a:latin typeface="Cambria Math" panose="02040503050406030204" pitchFamily="18" charset="0"/>
                </a:rPr>
                <m:t>𝑐</m:t>
              </m:r>
            </m:oMath>
          </a14:m>
          <a:endParaRPr lang="en-US" sz="3000" kern="1200" dirty="0"/>
        </a:p>
      </dsp:txBody>
      <dsp:txXfrm>
        <a:off x="3292592" y="3305102"/>
        <a:ext cx="2169772" cy="21697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AB9900-90B9-CC49-97CB-6C2316BA333B}">
      <dsp:nvSpPr>
        <dsp:cNvPr id="0" name=""/>
        <dsp:cNvSpPr/>
      </dsp:nvSpPr>
      <dsp:spPr>
        <a:xfrm>
          <a:off x="184023" y="1914588"/>
          <a:ext cx="946403" cy="52216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488950">
            <a:lnSpc>
              <a:spcPct val="90000"/>
            </a:lnSpc>
            <a:spcBef>
              <a:spcPct val="0"/>
            </a:spcBef>
            <a:spcAft>
              <a:spcPct val="35000"/>
            </a:spcAft>
            <a:buNone/>
          </a:pPr>
          <a:r>
            <a:rPr lang="en-US" sz="1100" kern="1200" dirty="0"/>
            <a:t>1883–1900</a:t>
          </a:r>
          <a:endParaRPr lang="en-US" sz="1050" kern="1200" dirty="0"/>
        </a:p>
      </dsp:txBody>
      <dsp:txXfrm>
        <a:off x="209513" y="1940078"/>
        <a:ext cx="895423" cy="471180"/>
      </dsp:txXfrm>
    </dsp:sp>
    <dsp:sp modelId="{F05F8A57-602F-0442-8673-A7E32ADFA9FD}">
      <dsp:nvSpPr>
        <dsp:cNvPr id="0" name=""/>
        <dsp:cNvSpPr/>
      </dsp:nvSpPr>
      <dsp:spPr>
        <a:xfrm>
          <a:off x="0" y="0"/>
          <a:ext cx="1314449" cy="139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240" rIns="0" bIns="142240" numCol="1" spcCol="1270" anchor="b" anchorCtr="1">
          <a:noAutofit/>
        </a:bodyPr>
        <a:lstStyle/>
        <a:p>
          <a:pPr marL="0" lvl="0" indent="0" algn="ctr" defTabSz="711200">
            <a:lnSpc>
              <a:spcPct val="90000"/>
            </a:lnSpc>
            <a:spcBef>
              <a:spcPct val="0"/>
            </a:spcBef>
            <a:spcAft>
              <a:spcPct val="35000"/>
            </a:spcAft>
            <a:buNone/>
          </a:pPr>
          <a:r>
            <a:rPr lang="en-US" sz="1600" kern="1200" dirty="0"/>
            <a:t>Lost Generation</a:t>
          </a:r>
        </a:p>
      </dsp:txBody>
      <dsp:txXfrm>
        <a:off x="0" y="0"/>
        <a:ext cx="1314449" cy="1392428"/>
      </dsp:txXfrm>
    </dsp:sp>
    <dsp:sp modelId="{ABA5B0A4-EC2A-FD4F-ACFC-48B5E0B7C62E}">
      <dsp:nvSpPr>
        <dsp:cNvPr id="0" name=""/>
        <dsp:cNvSpPr/>
      </dsp:nvSpPr>
      <dsp:spPr>
        <a:xfrm>
          <a:off x="1130426" y="2175669"/>
          <a:ext cx="368045" cy="0"/>
        </a:xfrm>
        <a:custGeom>
          <a:avLst/>
          <a:gdLst/>
          <a:ahLst/>
          <a:cxnLst/>
          <a:rect l="0" t="0" r="0" b="0"/>
          <a:pathLst>
            <a:path>
              <a:moveTo>
                <a:pt x="0" y="0"/>
              </a:moveTo>
              <a:lnTo>
                <a:pt x="368045" y="0"/>
              </a:lnTo>
            </a:path>
          </a:pathLst>
        </a:custGeom>
        <a:no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E966A3ED-C201-D943-AC23-5111A1EFD2D6}">
      <dsp:nvSpPr>
        <dsp:cNvPr id="0" name=""/>
        <dsp:cNvSpPr/>
      </dsp:nvSpPr>
      <dsp:spPr>
        <a:xfrm>
          <a:off x="657224" y="1479454"/>
          <a:ext cx="0" cy="435133"/>
        </a:xfrm>
        <a:prstGeom prst="line">
          <a:avLst/>
        </a:prstGeom>
        <a:noFill/>
        <a:ln w="12700" cap="flat" cmpd="sng" algn="ctr">
          <a:solidFill>
            <a:schemeClr val="accent5">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4823F96-7403-9143-B44E-813314C4BE67}">
      <dsp:nvSpPr>
        <dsp:cNvPr id="0" name=""/>
        <dsp:cNvSpPr/>
      </dsp:nvSpPr>
      <dsp:spPr>
        <a:xfrm>
          <a:off x="613711" y="1392428"/>
          <a:ext cx="87026" cy="87026"/>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577384D-E632-8B4E-B55A-C6246E88824A}">
      <dsp:nvSpPr>
        <dsp:cNvPr id="0" name=""/>
        <dsp:cNvSpPr/>
      </dsp:nvSpPr>
      <dsp:spPr>
        <a:xfrm>
          <a:off x="1498472" y="1914588"/>
          <a:ext cx="946403" cy="522160"/>
        </a:xfrm>
        <a:prstGeom prst="roundRect">
          <a:avLst/>
        </a:prstGeom>
        <a:gradFill rotWithShape="0">
          <a:gsLst>
            <a:gs pos="0">
              <a:schemeClr val="accent5">
                <a:hueOff val="-1736021"/>
                <a:satOff val="-118"/>
                <a:lumOff val="280"/>
                <a:alphaOff val="0"/>
                <a:satMod val="103000"/>
                <a:lumMod val="102000"/>
                <a:tint val="94000"/>
              </a:schemeClr>
            </a:gs>
            <a:gs pos="50000">
              <a:schemeClr val="accent5">
                <a:hueOff val="-1736021"/>
                <a:satOff val="-118"/>
                <a:lumOff val="280"/>
                <a:alphaOff val="0"/>
                <a:satMod val="110000"/>
                <a:lumMod val="100000"/>
                <a:shade val="100000"/>
              </a:schemeClr>
            </a:gs>
            <a:gs pos="100000">
              <a:schemeClr val="accent5">
                <a:hueOff val="-1736021"/>
                <a:satOff val="-118"/>
                <a:lumOff val="280"/>
                <a:alphaOff val="0"/>
                <a:lumMod val="99000"/>
                <a:satMod val="120000"/>
                <a:shade val="78000"/>
              </a:schemeClr>
            </a:gs>
          </a:gsLst>
          <a:lin ang="5400000" scaled="0"/>
        </a:gradFill>
        <a:ln w="12700" cap="flat" cmpd="sng" algn="ctr">
          <a:solidFill>
            <a:schemeClr val="accent5">
              <a:hueOff val="-1736021"/>
              <a:satOff val="-118"/>
              <a:lumOff val="28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533400">
            <a:lnSpc>
              <a:spcPct val="90000"/>
            </a:lnSpc>
            <a:spcBef>
              <a:spcPct val="0"/>
            </a:spcBef>
            <a:spcAft>
              <a:spcPct val="35000"/>
            </a:spcAft>
            <a:buNone/>
          </a:pPr>
          <a:r>
            <a:rPr lang="en-US" sz="1200" kern="1200" dirty="0"/>
            <a:t>1901–1927</a:t>
          </a:r>
        </a:p>
      </dsp:txBody>
      <dsp:txXfrm>
        <a:off x="1523962" y="1940078"/>
        <a:ext cx="895423" cy="471180"/>
      </dsp:txXfrm>
    </dsp:sp>
    <dsp:sp modelId="{8700080E-9A55-2B4C-99AC-0650C5C197BC}">
      <dsp:nvSpPr>
        <dsp:cNvPr id="0" name=""/>
        <dsp:cNvSpPr/>
      </dsp:nvSpPr>
      <dsp:spPr>
        <a:xfrm>
          <a:off x="1314449" y="2958909"/>
          <a:ext cx="1314449" cy="139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240" rIns="0" bIns="142240" numCol="1" spcCol="1270" anchor="t" anchorCtr="1">
          <a:noAutofit/>
        </a:bodyPr>
        <a:lstStyle/>
        <a:p>
          <a:pPr marL="0" lvl="0" indent="0" algn="ctr" defTabSz="711200">
            <a:lnSpc>
              <a:spcPct val="90000"/>
            </a:lnSpc>
            <a:spcBef>
              <a:spcPct val="0"/>
            </a:spcBef>
            <a:spcAft>
              <a:spcPct val="35000"/>
            </a:spcAft>
            <a:buNone/>
          </a:pPr>
          <a:r>
            <a:rPr lang="en-US" sz="1600" kern="1200" dirty="0"/>
            <a:t>Greatest Generation</a:t>
          </a:r>
        </a:p>
      </dsp:txBody>
      <dsp:txXfrm>
        <a:off x="1314449" y="2958909"/>
        <a:ext cx="1314449" cy="1392428"/>
      </dsp:txXfrm>
    </dsp:sp>
    <dsp:sp modelId="{F6D6F467-4B03-5E40-BE04-5750B3949CFE}">
      <dsp:nvSpPr>
        <dsp:cNvPr id="0" name=""/>
        <dsp:cNvSpPr/>
      </dsp:nvSpPr>
      <dsp:spPr>
        <a:xfrm>
          <a:off x="2444876" y="2175669"/>
          <a:ext cx="368046" cy="0"/>
        </a:xfrm>
        <a:custGeom>
          <a:avLst/>
          <a:gdLst/>
          <a:ahLst/>
          <a:cxnLst/>
          <a:rect l="0" t="0" r="0" b="0"/>
          <a:pathLst>
            <a:path>
              <a:moveTo>
                <a:pt x="0" y="0"/>
              </a:moveTo>
              <a:lnTo>
                <a:pt x="368046" y="0"/>
              </a:lnTo>
            </a:path>
          </a:pathLst>
        </a:custGeom>
        <a:noFill/>
        <a:ln w="12700" cap="flat" cmpd="sng" algn="ctr">
          <a:solidFill>
            <a:schemeClr val="accent5">
              <a:hueOff val="-2025358"/>
              <a:satOff val="-138"/>
              <a:lumOff val="327"/>
              <a:alphaOff val="0"/>
            </a:schemeClr>
          </a:solidFill>
          <a:prstDash val="solid"/>
          <a:miter lim="800000"/>
        </a:ln>
        <a:effectLst/>
      </dsp:spPr>
      <dsp:style>
        <a:lnRef idx="1">
          <a:scrgbClr r="0" g="0" b="0"/>
        </a:lnRef>
        <a:fillRef idx="1">
          <a:scrgbClr r="0" g="0" b="0"/>
        </a:fillRef>
        <a:effectRef idx="2">
          <a:scrgbClr r="0" g="0" b="0"/>
        </a:effectRef>
        <a:fontRef idx="minor"/>
      </dsp:style>
    </dsp:sp>
    <dsp:sp modelId="{6C636B60-E199-8544-B30C-8997C911B4F4}">
      <dsp:nvSpPr>
        <dsp:cNvPr id="0" name=""/>
        <dsp:cNvSpPr/>
      </dsp:nvSpPr>
      <dsp:spPr>
        <a:xfrm>
          <a:off x="1971675" y="2436749"/>
          <a:ext cx="0" cy="435133"/>
        </a:xfrm>
        <a:prstGeom prst="line">
          <a:avLst/>
        </a:prstGeom>
        <a:noFill/>
        <a:ln w="12700" cap="flat" cmpd="sng" algn="ctr">
          <a:solidFill>
            <a:schemeClr val="accent5">
              <a:hueOff val="-1736021"/>
              <a:satOff val="-118"/>
              <a:lumOff val="280"/>
              <a:alphaOff val="0"/>
            </a:schemeClr>
          </a:solidFill>
          <a:prstDash val="dash"/>
          <a:miter lim="800000"/>
        </a:ln>
        <a:effectLst/>
      </dsp:spPr>
      <dsp:style>
        <a:lnRef idx="1">
          <a:scrgbClr r="0" g="0" b="0"/>
        </a:lnRef>
        <a:fillRef idx="0">
          <a:scrgbClr r="0" g="0" b="0"/>
        </a:fillRef>
        <a:effectRef idx="0">
          <a:scrgbClr r="0" g="0" b="0"/>
        </a:effectRef>
        <a:fontRef idx="minor"/>
      </dsp:style>
    </dsp:sp>
    <dsp:sp modelId="{23D1305A-B856-3946-887B-3E094E4C2000}">
      <dsp:nvSpPr>
        <dsp:cNvPr id="0" name=""/>
        <dsp:cNvSpPr/>
      </dsp:nvSpPr>
      <dsp:spPr>
        <a:xfrm>
          <a:off x="1928161" y="2871883"/>
          <a:ext cx="87026" cy="87026"/>
        </a:xfrm>
        <a:prstGeom prst="rect">
          <a:avLst/>
        </a:prstGeom>
        <a:gradFill rotWithShape="0">
          <a:gsLst>
            <a:gs pos="0">
              <a:schemeClr val="accent5">
                <a:hueOff val="-1736021"/>
                <a:satOff val="-118"/>
                <a:lumOff val="280"/>
                <a:alphaOff val="0"/>
                <a:satMod val="103000"/>
                <a:lumMod val="102000"/>
                <a:tint val="94000"/>
              </a:schemeClr>
            </a:gs>
            <a:gs pos="50000">
              <a:schemeClr val="accent5">
                <a:hueOff val="-1736021"/>
                <a:satOff val="-118"/>
                <a:lumOff val="280"/>
                <a:alphaOff val="0"/>
                <a:satMod val="110000"/>
                <a:lumMod val="100000"/>
                <a:shade val="100000"/>
              </a:schemeClr>
            </a:gs>
            <a:gs pos="100000">
              <a:schemeClr val="accent5">
                <a:hueOff val="-1736021"/>
                <a:satOff val="-118"/>
                <a:lumOff val="28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5ADD7035-9265-6441-B4EA-A91EB558E634}">
      <dsp:nvSpPr>
        <dsp:cNvPr id="0" name=""/>
        <dsp:cNvSpPr/>
      </dsp:nvSpPr>
      <dsp:spPr>
        <a:xfrm>
          <a:off x="2812923" y="1914588"/>
          <a:ext cx="946404" cy="522160"/>
        </a:xfrm>
        <a:prstGeom prst="roundRect">
          <a:avLst/>
        </a:prstGeom>
        <a:gradFill rotWithShape="0">
          <a:gsLst>
            <a:gs pos="0">
              <a:schemeClr val="accent5">
                <a:hueOff val="-3472043"/>
                <a:satOff val="-236"/>
                <a:lumOff val="560"/>
                <a:alphaOff val="0"/>
                <a:satMod val="103000"/>
                <a:lumMod val="102000"/>
                <a:tint val="94000"/>
              </a:schemeClr>
            </a:gs>
            <a:gs pos="50000">
              <a:schemeClr val="accent5">
                <a:hueOff val="-3472043"/>
                <a:satOff val="-236"/>
                <a:lumOff val="560"/>
                <a:alphaOff val="0"/>
                <a:satMod val="110000"/>
                <a:lumMod val="100000"/>
                <a:shade val="100000"/>
              </a:schemeClr>
            </a:gs>
            <a:gs pos="100000">
              <a:schemeClr val="accent5">
                <a:hueOff val="-3472043"/>
                <a:satOff val="-236"/>
                <a:lumOff val="560"/>
                <a:alphaOff val="0"/>
                <a:lumMod val="99000"/>
                <a:satMod val="120000"/>
                <a:shade val="78000"/>
              </a:schemeClr>
            </a:gs>
          </a:gsLst>
          <a:lin ang="5400000" scaled="0"/>
        </a:gradFill>
        <a:ln w="12700" cap="flat" cmpd="sng" algn="ctr">
          <a:solidFill>
            <a:schemeClr val="accent5">
              <a:hueOff val="-3472043"/>
              <a:satOff val="-236"/>
              <a:lumOff val="56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533400">
            <a:lnSpc>
              <a:spcPct val="90000"/>
            </a:lnSpc>
            <a:spcBef>
              <a:spcPct val="0"/>
            </a:spcBef>
            <a:spcAft>
              <a:spcPct val="35000"/>
            </a:spcAft>
            <a:buNone/>
          </a:pPr>
          <a:r>
            <a:rPr lang="en-US" sz="1200" kern="1200" dirty="0"/>
            <a:t>1928–1945</a:t>
          </a:r>
        </a:p>
      </dsp:txBody>
      <dsp:txXfrm>
        <a:off x="2838413" y="1940078"/>
        <a:ext cx="895424" cy="471180"/>
      </dsp:txXfrm>
    </dsp:sp>
    <dsp:sp modelId="{6CB3C426-EF4E-A24D-842B-639ECB9C7E8C}">
      <dsp:nvSpPr>
        <dsp:cNvPr id="0" name=""/>
        <dsp:cNvSpPr/>
      </dsp:nvSpPr>
      <dsp:spPr>
        <a:xfrm>
          <a:off x="2628899" y="0"/>
          <a:ext cx="1314450" cy="139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240" rIns="0" bIns="142240" numCol="1" spcCol="1270" anchor="b" anchorCtr="1">
          <a:noAutofit/>
        </a:bodyPr>
        <a:lstStyle/>
        <a:p>
          <a:pPr marL="0" lvl="0" indent="0" algn="ctr" defTabSz="711200">
            <a:lnSpc>
              <a:spcPct val="90000"/>
            </a:lnSpc>
            <a:spcBef>
              <a:spcPct val="0"/>
            </a:spcBef>
            <a:spcAft>
              <a:spcPct val="35000"/>
            </a:spcAft>
            <a:buNone/>
          </a:pPr>
          <a:r>
            <a:rPr lang="en-US" sz="1600" kern="1200" dirty="0"/>
            <a:t>Silent Generation</a:t>
          </a:r>
        </a:p>
      </dsp:txBody>
      <dsp:txXfrm>
        <a:off x="2628899" y="0"/>
        <a:ext cx="1314450" cy="1392428"/>
      </dsp:txXfrm>
    </dsp:sp>
    <dsp:sp modelId="{DBA928F3-C3EC-E942-A3C8-03B7E05E84E0}">
      <dsp:nvSpPr>
        <dsp:cNvPr id="0" name=""/>
        <dsp:cNvSpPr/>
      </dsp:nvSpPr>
      <dsp:spPr>
        <a:xfrm>
          <a:off x="3759327" y="2175669"/>
          <a:ext cx="368046" cy="0"/>
        </a:xfrm>
        <a:custGeom>
          <a:avLst/>
          <a:gdLst/>
          <a:ahLst/>
          <a:cxnLst/>
          <a:rect l="0" t="0" r="0" b="0"/>
          <a:pathLst>
            <a:path>
              <a:moveTo>
                <a:pt x="0" y="0"/>
              </a:moveTo>
              <a:lnTo>
                <a:pt x="368046" y="0"/>
              </a:lnTo>
            </a:path>
          </a:pathLst>
        </a:custGeom>
        <a:noFill/>
        <a:ln w="12700" cap="flat" cmpd="sng" algn="ctr">
          <a:solidFill>
            <a:schemeClr val="accent5">
              <a:hueOff val="-4050717"/>
              <a:satOff val="-275"/>
              <a:lumOff val="654"/>
              <a:alphaOff val="0"/>
            </a:schemeClr>
          </a:solidFill>
          <a:prstDash val="solid"/>
          <a:miter lim="800000"/>
        </a:ln>
        <a:effectLst/>
      </dsp:spPr>
      <dsp:style>
        <a:lnRef idx="1">
          <a:scrgbClr r="0" g="0" b="0"/>
        </a:lnRef>
        <a:fillRef idx="1">
          <a:scrgbClr r="0" g="0" b="0"/>
        </a:fillRef>
        <a:effectRef idx="2">
          <a:scrgbClr r="0" g="0" b="0"/>
        </a:effectRef>
        <a:fontRef idx="minor"/>
      </dsp:style>
    </dsp:sp>
    <dsp:sp modelId="{1998481D-CAB2-D446-AC8A-2EA1E252E704}">
      <dsp:nvSpPr>
        <dsp:cNvPr id="0" name=""/>
        <dsp:cNvSpPr/>
      </dsp:nvSpPr>
      <dsp:spPr>
        <a:xfrm>
          <a:off x="3286125" y="1479454"/>
          <a:ext cx="0" cy="435133"/>
        </a:xfrm>
        <a:prstGeom prst="line">
          <a:avLst/>
        </a:prstGeom>
        <a:noFill/>
        <a:ln w="12700" cap="flat" cmpd="sng" algn="ctr">
          <a:solidFill>
            <a:schemeClr val="accent5">
              <a:hueOff val="-3472043"/>
              <a:satOff val="-236"/>
              <a:lumOff val="560"/>
              <a:alphaOff val="0"/>
            </a:schemeClr>
          </a:solidFill>
          <a:prstDash val="dash"/>
          <a:miter lim="800000"/>
        </a:ln>
        <a:effectLst/>
      </dsp:spPr>
      <dsp:style>
        <a:lnRef idx="1">
          <a:scrgbClr r="0" g="0" b="0"/>
        </a:lnRef>
        <a:fillRef idx="0">
          <a:scrgbClr r="0" g="0" b="0"/>
        </a:fillRef>
        <a:effectRef idx="0">
          <a:scrgbClr r="0" g="0" b="0"/>
        </a:effectRef>
        <a:fontRef idx="minor"/>
      </dsp:style>
    </dsp:sp>
    <dsp:sp modelId="{2829EB9D-3739-B345-B2DB-C39231E92389}">
      <dsp:nvSpPr>
        <dsp:cNvPr id="0" name=""/>
        <dsp:cNvSpPr/>
      </dsp:nvSpPr>
      <dsp:spPr>
        <a:xfrm>
          <a:off x="3242611" y="1392428"/>
          <a:ext cx="87026" cy="87026"/>
        </a:xfrm>
        <a:prstGeom prst="rect">
          <a:avLst/>
        </a:prstGeom>
        <a:gradFill rotWithShape="0">
          <a:gsLst>
            <a:gs pos="0">
              <a:schemeClr val="accent5">
                <a:hueOff val="-3472043"/>
                <a:satOff val="-236"/>
                <a:lumOff val="560"/>
                <a:alphaOff val="0"/>
                <a:satMod val="103000"/>
                <a:lumMod val="102000"/>
                <a:tint val="94000"/>
              </a:schemeClr>
            </a:gs>
            <a:gs pos="50000">
              <a:schemeClr val="accent5">
                <a:hueOff val="-3472043"/>
                <a:satOff val="-236"/>
                <a:lumOff val="560"/>
                <a:alphaOff val="0"/>
                <a:satMod val="110000"/>
                <a:lumMod val="100000"/>
                <a:shade val="100000"/>
              </a:schemeClr>
            </a:gs>
            <a:gs pos="100000">
              <a:schemeClr val="accent5">
                <a:hueOff val="-3472043"/>
                <a:satOff val="-236"/>
                <a:lumOff val="56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F796497-287E-7348-9271-E9D8AE02277A}">
      <dsp:nvSpPr>
        <dsp:cNvPr id="0" name=""/>
        <dsp:cNvSpPr/>
      </dsp:nvSpPr>
      <dsp:spPr>
        <a:xfrm>
          <a:off x="4127373" y="1914588"/>
          <a:ext cx="946404" cy="522160"/>
        </a:xfrm>
        <a:prstGeom prst="roundRect">
          <a:avLst/>
        </a:prstGeom>
        <a:gradFill rotWithShape="0">
          <a:gsLst>
            <a:gs pos="0">
              <a:schemeClr val="accent5">
                <a:hueOff val="-5208064"/>
                <a:satOff val="-354"/>
                <a:lumOff val="840"/>
                <a:alphaOff val="0"/>
                <a:satMod val="103000"/>
                <a:lumMod val="102000"/>
                <a:tint val="94000"/>
              </a:schemeClr>
            </a:gs>
            <a:gs pos="50000">
              <a:schemeClr val="accent5">
                <a:hueOff val="-5208064"/>
                <a:satOff val="-354"/>
                <a:lumOff val="840"/>
                <a:alphaOff val="0"/>
                <a:satMod val="110000"/>
                <a:lumMod val="100000"/>
                <a:shade val="100000"/>
              </a:schemeClr>
            </a:gs>
            <a:gs pos="100000">
              <a:schemeClr val="accent5">
                <a:hueOff val="-5208064"/>
                <a:satOff val="-354"/>
                <a:lumOff val="840"/>
                <a:alphaOff val="0"/>
                <a:lumMod val="99000"/>
                <a:satMod val="120000"/>
                <a:shade val="78000"/>
              </a:schemeClr>
            </a:gs>
          </a:gsLst>
          <a:lin ang="5400000" scaled="0"/>
        </a:gradFill>
        <a:ln w="12700" cap="flat" cmpd="sng" algn="ctr">
          <a:solidFill>
            <a:schemeClr val="accent5">
              <a:hueOff val="-5208064"/>
              <a:satOff val="-354"/>
              <a:lumOff val="84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533400">
            <a:lnSpc>
              <a:spcPct val="90000"/>
            </a:lnSpc>
            <a:spcBef>
              <a:spcPct val="0"/>
            </a:spcBef>
            <a:spcAft>
              <a:spcPct val="35000"/>
            </a:spcAft>
            <a:buNone/>
          </a:pPr>
          <a:r>
            <a:rPr lang="en-US" sz="1200" kern="1200" dirty="0"/>
            <a:t>1946–1964</a:t>
          </a:r>
        </a:p>
      </dsp:txBody>
      <dsp:txXfrm>
        <a:off x="4152863" y="1940078"/>
        <a:ext cx="895424" cy="471180"/>
      </dsp:txXfrm>
    </dsp:sp>
    <dsp:sp modelId="{03DC4F4C-FFDA-F44E-A2F9-2060FC4061D9}">
      <dsp:nvSpPr>
        <dsp:cNvPr id="0" name=""/>
        <dsp:cNvSpPr/>
      </dsp:nvSpPr>
      <dsp:spPr>
        <a:xfrm>
          <a:off x="3943350" y="2958909"/>
          <a:ext cx="1314450" cy="139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240" rIns="0" bIns="142240" numCol="1" spcCol="1270" anchor="t" anchorCtr="1">
          <a:noAutofit/>
        </a:bodyPr>
        <a:lstStyle/>
        <a:p>
          <a:pPr marL="0" lvl="0" indent="0" algn="ctr" defTabSz="711200">
            <a:lnSpc>
              <a:spcPct val="90000"/>
            </a:lnSpc>
            <a:spcBef>
              <a:spcPct val="0"/>
            </a:spcBef>
            <a:spcAft>
              <a:spcPct val="35000"/>
            </a:spcAft>
            <a:buNone/>
          </a:pPr>
          <a:r>
            <a:rPr lang="en-US" sz="1600" kern="1200" dirty="0"/>
            <a:t>Baby Boomers</a:t>
          </a:r>
        </a:p>
      </dsp:txBody>
      <dsp:txXfrm>
        <a:off x="3943350" y="2958909"/>
        <a:ext cx="1314450" cy="1392428"/>
      </dsp:txXfrm>
    </dsp:sp>
    <dsp:sp modelId="{579AC4A1-3C52-984E-A119-5B61DC0728EF}">
      <dsp:nvSpPr>
        <dsp:cNvPr id="0" name=""/>
        <dsp:cNvSpPr/>
      </dsp:nvSpPr>
      <dsp:spPr>
        <a:xfrm>
          <a:off x="5073777" y="2175669"/>
          <a:ext cx="368046" cy="0"/>
        </a:xfrm>
        <a:custGeom>
          <a:avLst/>
          <a:gdLst/>
          <a:ahLst/>
          <a:cxnLst/>
          <a:rect l="0" t="0" r="0" b="0"/>
          <a:pathLst>
            <a:path>
              <a:moveTo>
                <a:pt x="0" y="0"/>
              </a:moveTo>
              <a:lnTo>
                <a:pt x="368046" y="0"/>
              </a:lnTo>
            </a:path>
          </a:pathLst>
        </a:custGeom>
        <a:noFill/>
        <a:ln w="12700" cap="flat" cmpd="sng" algn="ctr">
          <a:solidFill>
            <a:schemeClr val="accent5">
              <a:hueOff val="-6076075"/>
              <a:satOff val="-413"/>
              <a:lumOff val="981"/>
              <a:alphaOff val="0"/>
            </a:schemeClr>
          </a:solidFill>
          <a:prstDash val="solid"/>
          <a:miter lim="800000"/>
        </a:ln>
        <a:effectLst/>
      </dsp:spPr>
      <dsp:style>
        <a:lnRef idx="1">
          <a:scrgbClr r="0" g="0" b="0"/>
        </a:lnRef>
        <a:fillRef idx="1">
          <a:scrgbClr r="0" g="0" b="0"/>
        </a:fillRef>
        <a:effectRef idx="2">
          <a:scrgbClr r="0" g="0" b="0"/>
        </a:effectRef>
        <a:fontRef idx="minor"/>
      </dsp:style>
    </dsp:sp>
    <dsp:sp modelId="{0C6BCD8A-00B1-9841-815D-BB18506BC6EB}">
      <dsp:nvSpPr>
        <dsp:cNvPr id="0" name=""/>
        <dsp:cNvSpPr/>
      </dsp:nvSpPr>
      <dsp:spPr>
        <a:xfrm>
          <a:off x="4600575" y="2436749"/>
          <a:ext cx="0" cy="435133"/>
        </a:xfrm>
        <a:prstGeom prst="line">
          <a:avLst/>
        </a:prstGeom>
        <a:noFill/>
        <a:ln w="12700" cap="flat" cmpd="sng" algn="ctr">
          <a:solidFill>
            <a:schemeClr val="accent5">
              <a:hueOff val="-5208064"/>
              <a:satOff val="-354"/>
              <a:lumOff val="840"/>
              <a:alphaOff val="0"/>
            </a:schemeClr>
          </a:solidFill>
          <a:prstDash val="dash"/>
          <a:miter lim="800000"/>
        </a:ln>
        <a:effectLst/>
      </dsp:spPr>
      <dsp:style>
        <a:lnRef idx="1">
          <a:scrgbClr r="0" g="0" b="0"/>
        </a:lnRef>
        <a:fillRef idx="0">
          <a:scrgbClr r="0" g="0" b="0"/>
        </a:fillRef>
        <a:effectRef idx="0">
          <a:scrgbClr r="0" g="0" b="0"/>
        </a:effectRef>
        <a:fontRef idx="minor"/>
      </dsp:style>
    </dsp:sp>
    <dsp:sp modelId="{219706A9-C125-7549-94CE-84F8CC764E01}">
      <dsp:nvSpPr>
        <dsp:cNvPr id="0" name=""/>
        <dsp:cNvSpPr/>
      </dsp:nvSpPr>
      <dsp:spPr>
        <a:xfrm>
          <a:off x="4557061" y="2871883"/>
          <a:ext cx="87026" cy="87026"/>
        </a:xfrm>
        <a:prstGeom prst="rect">
          <a:avLst/>
        </a:prstGeom>
        <a:gradFill rotWithShape="0">
          <a:gsLst>
            <a:gs pos="0">
              <a:schemeClr val="accent5">
                <a:hueOff val="-5208064"/>
                <a:satOff val="-354"/>
                <a:lumOff val="840"/>
                <a:alphaOff val="0"/>
                <a:satMod val="103000"/>
                <a:lumMod val="102000"/>
                <a:tint val="94000"/>
              </a:schemeClr>
            </a:gs>
            <a:gs pos="50000">
              <a:schemeClr val="accent5">
                <a:hueOff val="-5208064"/>
                <a:satOff val="-354"/>
                <a:lumOff val="840"/>
                <a:alphaOff val="0"/>
                <a:satMod val="110000"/>
                <a:lumMod val="100000"/>
                <a:shade val="100000"/>
              </a:schemeClr>
            </a:gs>
            <a:gs pos="100000">
              <a:schemeClr val="accent5">
                <a:hueOff val="-5208064"/>
                <a:satOff val="-354"/>
                <a:lumOff val="84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603843A-B692-8E43-A973-844D532B715E}">
      <dsp:nvSpPr>
        <dsp:cNvPr id="0" name=""/>
        <dsp:cNvSpPr/>
      </dsp:nvSpPr>
      <dsp:spPr>
        <a:xfrm>
          <a:off x="5441823" y="1914588"/>
          <a:ext cx="946403" cy="522160"/>
        </a:xfrm>
        <a:prstGeom prst="roundRect">
          <a:avLst/>
        </a:prstGeom>
        <a:gradFill rotWithShape="0">
          <a:gsLst>
            <a:gs pos="0">
              <a:schemeClr val="accent5">
                <a:hueOff val="-6944086"/>
                <a:satOff val="-472"/>
                <a:lumOff val="1121"/>
                <a:alphaOff val="0"/>
                <a:satMod val="103000"/>
                <a:lumMod val="102000"/>
                <a:tint val="94000"/>
              </a:schemeClr>
            </a:gs>
            <a:gs pos="50000">
              <a:schemeClr val="accent5">
                <a:hueOff val="-6944086"/>
                <a:satOff val="-472"/>
                <a:lumOff val="1121"/>
                <a:alphaOff val="0"/>
                <a:satMod val="110000"/>
                <a:lumMod val="100000"/>
                <a:shade val="100000"/>
              </a:schemeClr>
            </a:gs>
            <a:gs pos="100000">
              <a:schemeClr val="accent5">
                <a:hueOff val="-6944086"/>
                <a:satOff val="-472"/>
                <a:lumOff val="1121"/>
                <a:alphaOff val="0"/>
                <a:lumMod val="99000"/>
                <a:satMod val="120000"/>
                <a:shade val="78000"/>
              </a:schemeClr>
            </a:gs>
          </a:gsLst>
          <a:lin ang="5400000" scaled="0"/>
        </a:gradFill>
        <a:ln w="12700" cap="flat" cmpd="sng" algn="ctr">
          <a:solidFill>
            <a:schemeClr val="accent5">
              <a:hueOff val="-6944086"/>
              <a:satOff val="-472"/>
              <a:lumOff val="1121"/>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533400">
            <a:lnSpc>
              <a:spcPct val="90000"/>
            </a:lnSpc>
            <a:spcBef>
              <a:spcPct val="0"/>
            </a:spcBef>
            <a:spcAft>
              <a:spcPct val="35000"/>
            </a:spcAft>
            <a:buNone/>
          </a:pPr>
          <a:r>
            <a:rPr lang="en-US" sz="1200" kern="1200" dirty="0"/>
            <a:t>1965–1980</a:t>
          </a:r>
        </a:p>
      </dsp:txBody>
      <dsp:txXfrm>
        <a:off x="5467313" y="1940078"/>
        <a:ext cx="895423" cy="471180"/>
      </dsp:txXfrm>
    </dsp:sp>
    <dsp:sp modelId="{A8692CCA-4450-FD4B-9DDF-F6CC89C379D1}">
      <dsp:nvSpPr>
        <dsp:cNvPr id="0" name=""/>
        <dsp:cNvSpPr/>
      </dsp:nvSpPr>
      <dsp:spPr>
        <a:xfrm>
          <a:off x="5257800" y="0"/>
          <a:ext cx="1314449" cy="139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240" rIns="0" bIns="142240" numCol="1" spcCol="1270" anchor="b" anchorCtr="1">
          <a:noAutofit/>
        </a:bodyPr>
        <a:lstStyle/>
        <a:p>
          <a:pPr marL="0" lvl="0" indent="0" algn="ctr" defTabSz="711200">
            <a:lnSpc>
              <a:spcPct val="90000"/>
            </a:lnSpc>
            <a:spcBef>
              <a:spcPct val="0"/>
            </a:spcBef>
            <a:spcAft>
              <a:spcPct val="35000"/>
            </a:spcAft>
            <a:buNone/>
          </a:pPr>
          <a:r>
            <a:rPr lang="en-US" sz="1600" kern="1200" dirty="0"/>
            <a:t>Generation X</a:t>
          </a:r>
        </a:p>
      </dsp:txBody>
      <dsp:txXfrm>
        <a:off x="5257800" y="0"/>
        <a:ext cx="1314449" cy="1392428"/>
      </dsp:txXfrm>
    </dsp:sp>
    <dsp:sp modelId="{7333653B-1E5B-D245-B5D1-E23AA23A3394}">
      <dsp:nvSpPr>
        <dsp:cNvPr id="0" name=""/>
        <dsp:cNvSpPr/>
      </dsp:nvSpPr>
      <dsp:spPr>
        <a:xfrm>
          <a:off x="6388227" y="2175669"/>
          <a:ext cx="368046" cy="0"/>
        </a:xfrm>
        <a:custGeom>
          <a:avLst/>
          <a:gdLst/>
          <a:ahLst/>
          <a:cxnLst/>
          <a:rect l="0" t="0" r="0" b="0"/>
          <a:pathLst>
            <a:path>
              <a:moveTo>
                <a:pt x="0" y="0"/>
              </a:moveTo>
              <a:lnTo>
                <a:pt x="368046" y="0"/>
              </a:lnTo>
            </a:path>
          </a:pathLst>
        </a:custGeom>
        <a:noFill/>
        <a:ln w="12700" cap="flat" cmpd="sng" algn="ctr">
          <a:solidFill>
            <a:schemeClr val="accent5">
              <a:hueOff val="-8101434"/>
              <a:satOff val="-551"/>
              <a:lumOff val="1307"/>
              <a:alphaOff val="0"/>
            </a:schemeClr>
          </a:solidFill>
          <a:prstDash val="solid"/>
          <a:miter lim="800000"/>
        </a:ln>
        <a:effectLst/>
      </dsp:spPr>
      <dsp:style>
        <a:lnRef idx="1">
          <a:scrgbClr r="0" g="0" b="0"/>
        </a:lnRef>
        <a:fillRef idx="1">
          <a:scrgbClr r="0" g="0" b="0"/>
        </a:fillRef>
        <a:effectRef idx="2">
          <a:scrgbClr r="0" g="0" b="0"/>
        </a:effectRef>
        <a:fontRef idx="minor"/>
      </dsp:style>
    </dsp:sp>
    <dsp:sp modelId="{1302E004-7A7A-874F-A748-D4B691CE83C8}">
      <dsp:nvSpPr>
        <dsp:cNvPr id="0" name=""/>
        <dsp:cNvSpPr/>
      </dsp:nvSpPr>
      <dsp:spPr>
        <a:xfrm>
          <a:off x="5915024" y="1479454"/>
          <a:ext cx="0" cy="435133"/>
        </a:xfrm>
        <a:prstGeom prst="line">
          <a:avLst/>
        </a:prstGeom>
        <a:noFill/>
        <a:ln w="12700" cap="flat" cmpd="sng" algn="ctr">
          <a:solidFill>
            <a:schemeClr val="accent5">
              <a:hueOff val="-6944086"/>
              <a:satOff val="-472"/>
              <a:lumOff val="1121"/>
              <a:alphaOff val="0"/>
            </a:schemeClr>
          </a:solidFill>
          <a:prstDash val="dash"/>
          <a:miter lim="800000"/>
        </a:ln>
        <a:effectLst/>
      </dsp:spPr>
      <dsp:style>
        <a:lnRef idx="1">
          <a:scrgbClr r="0" g="0" b="0"/>
        </a:lnRef>
        <a:fillRef idx="0">
          <a:scrgbClr r="0" g="0" b="0"/>
        </a:fillRef>
        <a:effectRef idx="0">
          <a:scrgbClr r="0" g="0" b="0"/>
        </a:effectRef>
        <a:fontRef idx="minor"/>
      </dsp:style>
    </dsp:sp>
    <dsp:sp modelId="{6803DD59-89C0-CC42-AE8E-971E251298B0}">
      <dsp:nvSpPr>
        <dsp:cNvPr id="0" name=""/>
        <dsp:cNvSpPr/>
      </dsp:nvSpPr>
      <dsp:spPr>
        <a:xfrm>
          <a:off x="5871511" y="1392428"/>
          <a:ext cx="87026" cy="87026"/>
        </a:xfrm>
        <a:prstGeom prst="rect">
          <a:avLst/>
        </a:prstGeom>
        <a:gradFill rotWithShape="0">
          <a:gsLst>
            <a:gs pos="0">
              <a:schemeClr val="accent5">
                <a:hueOff val="-6944086"/>
                <a:satOff val="-472"/>
                <a:lumOff val="1121"/>
                <a:alphaOff val="0"/>
                <a:satMod val="103000"/>
                <a:lumMod val="102000"/>
                <a:tint val="94000"/>
              </a:schemeClr>
            </a:gs>
            <a:gs pos="50000">
              <a:schemeClr val="accent5">
                <a:hueOff val="-6944086"/>
                <a:satOff val="-472"/>
                <a:lumOff val="1121"/>
                <a:alphaOff val="0"/>
                <a:satMod val="110000"/>
                <a:lumMod val="100000"/>
                <a:shade val="100000"/>
              </a:schemeClr>
            </a:gs>
            <a:gs pos="100000">
              <a:schemeClr val="accent5">
                <a:hueOff val="-6944086"/>
                <a:satOff val="-472"/>
                <a:lumOff val="112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7582C9F-3AEF-A241-B706-36D560FD721A}">
      <dsp:nvSpPr>
        <dsp:cNvPr id="0" name=""/>
        <dsp:cNvSpPr/>
      </dsp:nvSpPr>
      <dsp:spPr>
        <a:xfrm>
          <a:off x="6756273" y="1914588"/>
          <a:ext cx="946403" cy="522160"/>
        </a:xfrm>
        <a:prstGeom prst="roundRect">
          <a:avLst/>
        </a:prstGeom>
        <a:gradFill rotWithShape="0">
          <a:gsLst>
            <a:gs pos="0">
              <a:schemeClr val="accent5">
                <a:hueOff val="-8680107"/>
                <a:satOff val="-590"/>
                <a:lumOff val="1401"/>
                <a:alphaOff val="0"/>
                <a:satMod val="103000"/>
                <a:lumMod val="102000"/>
                <a:tint val="94000"/>
              </a:schemeClr>
            </a:gs>
            <a:gs pos="50000">
              <a:schemeClr val="accent5">
                <a:hueOff val="-8680107"/>
                <a:satOff val="-590"/>
                <a:lumOff val="1401"/>
                <a:alphaOff val="0"/>
                <a:satMod val="110000"/>
                <a:lumMod val="100000"/>
                <a:shade val="100000"/>
              </a:schemeClr>
            </a:gs>
            <a:gs pos="100000">
              <a:schemeClr val="accent5">
                <a:hueOff val="-8680107"/>
                <a:satOff val="-590"/>
                <a:lumOff val="1401"/>
                <a:alphaOff val="0"/>
                <a:lumMod val="99000"/>
                <a:satMod val="120000"/>
                <a:shade val="78000"/>
              </a:schemeClr>
            </a:gs>
          </a:gsLst>
          <a:lin ang="5400000" scaled="0"/>
        </a:gradFill>
        <a:ln w="12700" cap="flat" cmpd="sng" algn="ctr">
          <a:solidFill>
            <a:schemeClr val="accent5">
              <a:hueOff val="-8680107"/>
              <a:satOff val="-590"/>
              <a:lumOff val="1401"/>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533400">
            <a:lnSpc>
              <a:spcPct val="90000"/>
            </a:lnSpc>
            <a:spcBef>
              <a:spcPct val="0"/>
            </a:spcBef>
            <a:spcAft>
              <a:spcPct val="35000"/>
            </a:spcAft>
            <a:buNone/>
          </a:pPr>
          <a:r>
            <a:rPr lang="en-US" sz="1200" kern="1200" dirty="0"/>
            <a:t>1981–1996</a:t>
          </a:r>
        </a:p>
      </dsp:txBody>
      <dsp:txXfrm>
        <a:off x="6781763" y="1940078"/>
        <a:ext cx="895423" cy="471180"/>
      </dsp:txXfrm>
    </dsp:sp>
    <dsp:sp modelId="{42A8CAB3-61EA-9243-9D87-3D992949442E}">
      <dsp:nvSpPr>
        <dsp:cNvPr id="0" name=""/>
        <dsp:cNvSpPr/>
      </dsp:nvSpPr>
      <dsp:spPr>
        <a:xfrm>
          <a:off x="6572250" y="2958909"/>
          <a:ext cx="1314449" cy="139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240" rIns="0" bIns="142240" numCol="1" spcCol="1270" anchor="t" anchorCtr="1">
          <a:noAutofit/>
        </a:bodyPr>
        <a:lstStyle/>
        <a:p>
          <a:pPr marL="0" lvl="0" indent="0" algn="ctr" defTabSz="711200">
            <a:lnSpc>
              <a:spcPct val="90000"/>
            </a:lnSpc>
            <a:spcBef>
              <a:spcPct val="0"/>
            </a:spcBef>
            <a:spcAft>
              <a:spcPct val="35000"/>
            </a:spcAft>
            <a:buNone/>
          </a:pPr>
          <a:r>
            <a:rPr lang="en-US" sz="1600" kern="1200" dirty="0"/>
            <a:t>Millennials / Gen Y</a:t>
          </a:r>
        </a:p>
      </dsp:txBody>
      <dsp:txXfrm>
        <a:off x="6572250" y="2958909"/>
        <a:ext cx="1314449" cy="1392428"/>
      </dsp:txXfrm>
    </dsp:sp>
    <dsp:sp modelId="{AEEA4EFE-ADC4-DF4D-B76C-C84B289A6BEA}">
      <dsp:nvSpPr>
        <dsp:cNvPr id="0" name=""/>
        <dsp:cNvSpPr/>
      </dsp:nvSpPr>
      <dsp:spPr>
        <a:xfrm>
          <a:off x="7702677" y="2175669"/>
          <a:ext cx="368046" cy="0"/>
        </a:xfrm>
        <a:custGeom>
          <a:avLst/>
          <a:gdLst/>
          <a:ahLst/>
          <a:cxnLst/>
          <a:rect l="0" t="0" r="0" b="0"/>
          <a:pathLst>
            <a:path>
              <a:moveTo>
                <a:pt x="0" y="0"/>
              </a:moveTo>
              <a:lnTo>
                <a:pt x="368046" y="0"/>
              </a:lnTo>
            </a:path>
          </a:pathLst>
        </a:custGeom>
        <a:noFill/>
        <a:ln w="12700" cap="flat" cmpd="sng" algn="ctr">
          <a:solidFill>
            <a:schemeClr val="accent5">
              <a:hueOff val="-10126791"/>
              <a:satOff val="-688"/>
              <a:lumOff val="1634"/>
              <a:alphaOff val="0"/>
            </a:schemeClr>
          </a:solidFill>
          <a:prstDash val="solid"/>
          <a:miter lim="800000"/>
        </a:ln>
        <a:effectLst/>
      </dsp:spPr>
      <dsp:style>
        <a:lnRef idx="1">
          <a:scrgbClr r="0" g="0" b="0"/>
        </a:lnRef>
        <a:fillRef idx="1">
          <a:scrgbClr r="0" g="0" b="0"/>
        </a:fillRef>
        <a:effectRef idx="2">
          <a:scrgbClr r="0" g="0" b="0"/>
        </a:effectRef>
        <a:fontRef idx="minor"/>
      </dsp:style>
    </dsp:sp>
    <dsp:sp modelId="{B04ED5DF-FF03-2B4C-ADC1-694A08DD098E}">
      <dsp:nvSpPr>
        <dsp:cNvPr id="0" name=""/>
        <dsp:cNvSpPr/>
      </dsp:nvSpPr>
      <dsp:spPr>
        <a:xfrm>
          <a:off x="7229474" y="2436749"/>
          <a:ext cx="0" cy="435133"/>
        </a:xfrm>
        <a:prstGeom prst="line">
          <a:avLst/>
        </a:prstGeom>
        <a:noFill/>
        <a:ln w="12700" cap="flat" cmpd="sng" algn="ctr">
          <a:solidFill>
            <a:schemeClr val="accent5">
              <a:hueOff val="-8680107"/>
              <a:satOff val="-590"/>
              <a:lumOff val="1401"/>
              <a:alphaOff val="0"/>
            </a:schemeClr>
          </a:solidFill>
          <a:prstDash val="dash"/>
          <a:miter lim="800000"/>
        </a:ln>
        <a:effectLst/>
      </dsp:spPr>
      <dsp:style>
        <a:lnRef idx="1">
          <a:scrgbClr r="0" g="0" b="0"/>
        </a:lnRef>
        <a:fillRef idx="0">
          <a:scrgbClr r="0" g="0" b="0"/>
        </a:fillRef>
        <a:effectRef idx="0">
          <a:scrgbClr r="0" g="0" b="0"/>
        </a:effectRef>
        <a:fontRef idx="minor"/>
      </dsp:style>
    </dsp:sp>
    <dsp:sp modelId="{4C93B691-9C23-8E43-9094-EDBAA196ECCB}">
      <dsp:nvSpPr>
        <dsp:cNvPr id="0" name=""/>
        <dsp:cNvSpPr/>
      </dsp:nvSpPr>
      <dsp:spPr>
        <a:xfrm>
          <a:off x="7185961" y="2871883"/>
          <a:ext cx="87026" cy="87026"/>
        </a:xfrm>
        <a:prstGeom prst="rect">
          <a:avLst/>
        </a:prstGeom>
        <a:gradFill rotWithShape="0">
          <a:gsLst>
            <a:gs pos="0">
              <a:schemeClr val="accent5">
                <a:hueOff val="-8680107"/>
                <a:satOff val="-590"/>
                <a:lumOff val="1401"/>
                <a:alphaOff val="0"/>
                <a:satMod val="103000"/>
                <a:lumMod val="102000"/>
                <a:tint val="94000"/>
              </a:schemeClr>
            </a:gs>
            <a:gs pos="50000">
              <a:schemeClr val="accent5">
                <a:hueOff val="-8680107"/>
                <a:satOff val="-590"/>
                <a:lumOff val="1401"/>
                <a:alphaOff val="0"/>
                <a:satMod val="110000"/>
                <a:lumMod val="100000"/>
                <a:shade val="100000"/>
              </a:schemeClr>
            </a:gs>
            <a:gs pos="100000">
              <a:schemeClr val="accent5">
                <a:hueOff val="-8680107"/>
                <a:satOff val="-590"/>
                <a:lumOff val="140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F104820-13C5-D943-9537-9ECF2CEA0D20}">
      <dsp:nvSpPr>
        <dsp:cNvPr id="0" name=""/>
        <dsp:cNvSpPr/>
      </dsp:nvSpPr>
      <dsp:spPr>
        <a:xfrm>
          <a:off x="8070723" y="1914588"/>
          <a:ext cx="946403" cy="522160"/>
        </a:xfrm>
        <a:prstGeom prst="roundRect">
          <a:avLst/>
        </a:prstGeom>
        <a:gradFill rotWithShape="0">
          <a:gsLst>
            <a:gs pos="0">
              <a:schemeClr val="accent5">
                <a:hueOff val="-10416129"/>
                <a:satOff val="-708"/>
                <a:lumOff val="1681"/>
                <a:alphaOff val="0"/>
                <a:satMod val="103000"/>
                <a:lumMod val="102000"/>
                <a:tint val="94000"/>
              </a:schemeClr>
            </a:gs>
            <a:gs pos="50000">
              <a:schemeClr val="accent5">
                <a:hueOff val="-10416129"/>
                <a:satOff val="-708"/>
                <a:lumOff val="1681"/>
                <a:alphaOff val="0"/>
                <a:satMod val="110000"/>
                <a:lumMod val="100000"/>
                <a:shade val="100000"/>
              </a:schemeClr>
            </a:gs>
            <a:gs pos="100000">
              <a:schemeClr val="accent5">
                <a:hueOff val="-10416129"/>
                <a:satOff val="-708"/>
                <a:lumOff val="1681"/>
                <a:alphaOff val="0"/>
                <a:lumMod val="99000"/>
                <a:satMod val="120000"/>
                <a:shade val="78000"/>
              </a:schemeClr>
            </a:gs>
          </a:gsLst>
          <a:lin ang="5400000" scaled="0"/>
        </a:gradFill>
        <a:ln w="12700" cap="flat" cmpd="sng" algn="ctr">
          <a:solidFill>
            <a:schemeClr val="accent5">
              <a:hueOff val="-10416129"/>
              <a:satOff val="-708"/>
              <a:lumOff val="1681"/>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488950">
            <a:lnSpc>
              <a:spcPct val="90000"/>
            </a:lnSpc>
            <a:spcBef>
              <a:spcPct val="0"/>
            </a:spcBef>
            <a:spcAft>
              <a:spcPct val="35000"/>
            </a:spcAft>
            <a:buNone/>
          </a:pPr>
          <a:r>
            <a:rPr lang="en-US" sz="1100" kern="1200" dirty="0"/>
            <a:t>1997–2012</a:t>
          </a:r>
        </a:p>
      </dsp:txBody>
      <dsp:txXfrm>
        <a:off x="8096213" y="1940078"/>
        <a:ext cx="895423" cy="471180"/>
      </dsp:txXfrm>
    </dsp:sp>
    <dsp:sp modelId="{854E8F68-4CD6-034E-BBB5-F1B063726452}">
      <dsp:nvSpPr>
        <dsp:cNvPr id="0" name=""/>
        <dsp:cNvSpPr/>
      </dsp:nvSpPr>
      <dsp:spPr>
        <a:xfrm>
          <a:off x="7886700" y="0"/>
          <a:ext cx="1314449" cy="139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240" rIns="0" bIns="142240" numCol="1" spcCol="1270" anchor="b" anchorCtr="1">
          <a:noAutofit/>
        </a:bodyPr>
        <a:lstStyle/>
        <a:p>
          <a:pPr marL="0" lvl="0" indent="0" algn="ctr" defTabSz="711200">
            <a:lnSpc>
              <a:spcPct val="90000"/>
            </a:lnSpc>
            <a:spcBef>
              <a:spcPct val="0"/>
            </a:spcBef>
            <a:spcAft>
              <a:spcPct val="35000"/>
            </a:spcAft>
            <a:buNone/>
          </a:pPr>
          <a:r>
            <a:rPr lang="en-US" sz="1600" kern="1200" dirty="0"/>
            <a:t>Zoomers / </a:t>
          </a:r>
        </a:p>
        <a:p>
          <a:pPr marL="0" lvl="0" indent="0" algn="ctr" defTabSz="711200">
            <a:lnSpc>
              <a:spcPct val="90000"/>
            </a:lnSpc>
            <a:spcBef>
              <a:spcPct val="0"/>
            </a:spcBef>
            <a:spcAft>
              <a:spcPct val="35000"/>
            </a:spcAft>
            <a:buNone/>
          </a:pPr>
          <a:r>
            <a:rPr lang="en-US" sz="1600" kern="1200" dirty="0"/>
            <a:t>Gen Z</a:t>
          </a:r>
        </a:p>
      </dsp:txBody>
      <dsp:txXfrm>
        <a:off x="7886700" y="0"/>
        <a:ext cx="1314449" cy="1392428"/>
      </dsp:txXfrm>
    </dsp:sp>
    <dsp:sp modelId="{2F35E91A-759E-0B42-9D70-7357A9BFA6AC}">
      <dsp:nvSpPr>
        <dsp:cNvPr id="0" name=""/>
        <dsp:cNvSpPr/>
      </dsp:nvSpPr>
      <dsp:spPr>
        <a:xfrm>
          <a:off x="9017127" y="2175669"/>
          <a:ext cx="368046" cy="0"/>
        </a:xfrm>
        <a:custGeom>
          <a:avLst/>
          <a:gdLst/>
          <a:ahLst/>
          <a:cxnLst/>
          <a:rect l="0" t="0" r="0" b="0"/>
          <a:pathLst>
            <a:path>
              <a:moveTo>
                <a:pt x="0" y="0"/>
              </a:moveTo>
              <a:lnTo>
                <a:pt x="368046" y="0"/>
              </a:lnTo>
            </a:path>
          </a:pathLst>
        </a:custGeom>
        <a:noFill/>
        <a:ln w="12700" cap="flat" cmpd="sng" algn="ctr">
          <a:solidFill>
            <a:schemeClr val="accent5">
              <a:hueOff val="-12152150"/>
              <a:satOff val="-826"/>
              <a:lumOff val="1961"/>
              <a:alphaOff val="0"/>
            </a:schemeClr>
          </a:solidFill>
          <a:prstDash val="solid"/>
          <a:miter lim="800000"/>
        </a:ln>
        <a:effectLst/>
      </dsp:spPr>
      <dsp:style>
        <a:lnRef idx="1">
          <a:scrgbClr r="0" g="0" b="0"/>
        </a:lnRef>
        <a:fillRef idx="1">
          <a:scrgbClr r="0" g="0" b="0"/>
        </a:fillRef>
        <a:effectRef idx="2">
          <a:scrgbClr r="0" g="0" b="0"/>
        </a:effectRef>
        <a:fontRef idx="minor"/>
      </dsp:style>
    </dsp:sp>
    <dsp:sp modelId="{ED03672F-1856-274F-B4FF-ED5CAF05FB32}">
      <dsp:nvSpPr>
        <dsp:cNvPr id="0" name=""/>
        <dsp:cNvSpPr/>
      </dsp:nvSpPr>
      <dsp:spPr>
        <a:xfrm>
          <a:off x="8543924" y="1479454"/>
          <a:ext cx="0" cy="435133"/>
        </a:xfrm>
        <a:prstGeom prst="line">
          <a:avLst/>
        </a:prstGeom>
        <a:noFill/>
        <a:ln w="12700" cap="flat" cmpd="sng" algn="ctr">
          <a:solidFill>
            <a:schemeClr val="accent5">
              <a:hueOff val="-10416129"/>
              <a:satOff val="-708"/>
              <a:lumOff val="1681"/>
              <a:alphaOff val="0"/>
            </a:schemeClr>
          </a:solidFill>
          <a:prstDash val="dash"/>
          <a:miter lim="800000"/>
        </a:ln>
        <a:effectLst/>
      </dsp:spPr>
      <dsp:style>
        <a:lnRef idx="1">
          <a:scrgbClr r="0" g="0" b="0"/>
        </a:lnRef>
        <a:fillRef idx="0">
          <a:scrgbClr r="0" g="0" b="0"/>
        </a:fillRef>
        <a:effectRef idx="0">
          <a:scrgbClr r="0" g="0" b="0"/>
        </a:effectRef>
        <a:fontRef idx="minor"/>
      </dsp:style>
    </dsp:sp>
    <dsp:sp modelId="{9C8C940E-B9C4-0247-9A61-887C28E55342}">
      <dsp:nvSpPr>
        <dsp:cNvPr id="0" name=""/>
        <dsp:cNvSpPr/>
      </dsp:nvSpPr>
      <dsp:spPr>
        <a:xfrm>
          <a:off x="8500411" y="1392428"/>
          <a:ext cx="87026" cy="87026"/>
        </a:xfrm>
        <a:prstGeom prst="rect">
          <a:avLst/>
        </a:prstGeom>
        <a:gradFill rotWithShape="0">
          <a:gsLst>
            <a:gs pos="0">
              <a:schemeClr val="accent5">
                <a:hueOff val="-10416129"/>
                <a:satOff val="-708"/>
                <a:lumOff val="1681"/>
                <a:alphaOff val="0"/>
                <a:satMod val="103000"/>
                <a:lumMod val="102000"/>
                <a:tint val="94000"/>
              </a:schemeClr>
            </a:gs>
            <a:gs pos="50000">
              <a:schemeClr val="accent5">
                <a:hueOff val="-10416129"/>
                <a:satOff val="-708"/>
                <a:lumOff val="1681"/>
                <a:alphaOff val="0"/>
                <a:satMod val="110000"/>
                <a:lumMod val="100000"/>
                <a:shade val="100000"/>
              </a:schemeClr>
            </a:gs>
            <a:gs pos="100000">
              <a:schemeClr val="accent5">
                <a:hueOff val="-10416129"/>
                <a:satOff val="-708"/>
                <a:lumOff val="168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DFB7EE90-BCC1-2443-B0E3-0DD653E66AEC}">
      <dsp:nvSpPr>
        <dsp:cNvPr id="0" name=""/>
        <dsp:cNvSpPr/>
      </dsp:nvSpPr>
      <dsp:spPr>
        <a:xfrm rot="10800000">
          <a:off x="9385173" y="1914588"/>
          <a:ext cx="946404" cy="52216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w="12700" cap="flat" cmpd="sng" algn="ctr">
          <a:solidFill>
            <a:schemeClr val="accent5">
              <a:hueOff val="-12152150"/>
              <a:satOff val="-826"/>
              <a:lumOff val="1961"/>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488950">
            <a:lnSpc>
              <a:spcPct val="90000"/>
            </a:lnSpc>
            <a:spcBef>
              <a:spcPct val="0"/>
            </a:spcBef>
            <a:spcAft>
              <a:spcPct val="35000"/>
            </a:spcAft>
            <a:buNone/>
          </a:pPr>
          <a:r>
            <a:rPr lang="en-US" sz="1100" kern="1200" dirty="0"/>
            <a:t>early 2010s – mid 2020s</a:t>
          </a:r>
        </a:p>
      </dsp:txBody>
      <dsp:txXfrm rot="10800000">
        <a:off x="9410663" y="1940078"/>
        <a:ext cx="895424" cy="471180"/>
      </dsp:txXfrm>
    </dsp:sp>
    <dsp:sp modelId="{74EC5A45-785A-9345-91A5-B7FDC3454CB4}">
      <dsp:nvSpPr>
        <dsp:cNvPr id="0" name=""/>
        <dsp:cNvSpPr/>
      </dsp:nvSpPr>
      <dsp:spPr>
        <a:xfrm>
          <a:off x="9201149" y="2958909"/>
          <a:ext cx="1314450" cy="139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240" rIns="0" bIns="142240" numCol="1" spcCol="1270" anchor="t" anchorCtr="1">
          <a:noAutofit/>
        </a:bodyPr>
        <a:lstStyle/>
        <a:p>
          <a:pPr marL="0" lvl="0" indent="0" algn="ctr" defTabSz="711200">
            <a:lnSpc>
              <a:spcPct val="90000"/>
            </a:lnSpc>
            <a:spcBef>
              <a:spcPct val="0"/>
            </a:spcBef>
            <a:spcAft>
              <a:spcPct val="35000"/>
            </a:spcAft>
            <a:buNone/>
          </a:pPr>
          <a:r>
            <a:rPr lang="en-US" sz="1600" kern="1200" dirty="0"/>
            <a:t>Generation Alpha</a:t>
          </a:r>
        </a:p>
      </dsp:txBody>
      <dsp:txXfrm>
        <a:off x="9201149" y="2958909"/>
        <a:ext cx="1314450" cy="1392428"/>
      </dsp:txXfrm>
    </dsp:sp>
    <dsp:sp modelId="{C3EBF441-E5CB-564B-A795-06459E0A9B68}">
      <dsp:nvSpPr>
        <dsp:cNvPr id="0" name=""/>
        <dsp:cNvSpPr/>
      </dsp:nvSpPr>
      <dsp:spPr>
        <a:xfrm>
          <a:off x="9858374" y="2436749"/>
          <a:ext cx="0" cy="435133"/>
        </a:xfrm>
        <a:prstGeom prst="line">
          <a:avLst/>
        </a:prstGeom>
        <a:noFill/>
        <a:ln w="12700" cap="flat" cmpd="sng" algn="ctr">
          <a:solidFill>
            <a:schemeClr val="accent5">
              <a:hueOff val="-12152150"/>
              <a:satOff val="-826"/>
              <a:lumOff val="1961"/>
              <a:alphaOff val="0"/>
            </a:schemeClr>
          </a:solidFill>
          <a:prstDash val="dash"/>
          <a:miter lim="800000"/>
        </a:ln>
        <a:effectLst/>
      </dsp:spPr>
      <dsp:style>
        <a:lnRef idx="1">
          <a:scrgbClr r="0" g="0" b="0"/>
        </a:lnRef>
        <a:fillRef idx="0">
          <a:scrgbClr r="0" g="0" b="0"/>
        </a:fillRef>
        <a:effectRef idx="0">
          <a:scrgbClr r="0" g="0" b="0"/>
        </a:effectRef>
        <a:fontRef idx="minor"/>
      </dsp:style>
    </dsp:sp>
    <dsp:sp modelId="{3343EE0C-C1EF-6640-8A39-82407537AA6E}">
      <dsp:nvSpPr>
        <dsp:cNvPr id="0" name=""/>
        <dsp:cNvSpPr/>
      </dsp:nvSpPr>
      <dsp:spPr>
        <a:xfrm>
          <a:off x="9814861" y="2871883"/>
          <a:ext cx="87026" cy="87026"/>
        </a:xfrm>
        <a:prstGeom prst="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16/7/layout/HexagonTimeline">
  <dgm:title val="Hexagon Timeline"/>
  <dgm:desc val="Use to show a list of events in chronological order. An invisible box contains the description while the date is shown in hexagons, except for the first and last node where the date is shown in a home shape. It can display large amount of text with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20"/>
      <dgm:constr type="primFontSz" for="des" forName="Childtext1" val="20"/>
      <dgm:constr type="primFontSz" for="des" forName="Childtext1" refType="primFontSz" refFor="des" refForName="Parent1" op="lte"/>
      <dgm:constr type="w" for="ch" forName="composite" refType="w"/>
      <dgm:constr type="h" for="ch" forName="composite" refType="h"/>
      <dgm:constr type="w" for="ch" forName="spaceBetweenRectangles" refType="w" fact="0"/>
      <dgm:constr type="h" for="ch" forName="spaceBetweenRectangles" refType="h" fact="0"/>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SnakingLogic">
          <dgm:if name="Name7" axis="self" ptType="node" func="posOdd" op="equ" val="1">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t" for="ch" forName="Childtext1" refType="h" fact="0"/>
              <dgm:constr type="w" for="ch" forName="ConnectLine"/>
              <dgm:constr type="h" for="ch" forName="ConnectLine" refType="h" fact="0.1"/>
              <dgm:constr type="b" for="ch" forName="ConnectLine" refType="t" refFor="ch" refForName="Parent1"/>
              <dgm:constr type="ctrX" for="ch" forName="ConnectLine" refType="w" fact="0.5"/>
              <dgm:constr type="w" for="ch" forName="ConnectLineEnd" refType="h" fact="0.02"/>
              <dgm:constr type="h" for="ch" forName="ConnectLineEnd" refType="h" fact="0.02"/>
              <dgm:constr type="b" for="ch" forName="ConnectLineEnd" refType="t" refFor="ch" refForName="ConnectLine"/>
              <dgm:constr type="ctrX" for="ch" forName="ConnectLineEnd" refType="ctrX" refFor="ch" refForName="ConnectLine"/>
              <dgm:constr type="w" for="ch" forName="EmptyPane" refType="w"/>
              <dgm:constr type="b" for="ch" forName="EmptyPane" refType="h"/>
              <dgm:constr type="h" for="ch" forName="EmptyPane" refType="h" fact="0.44"/>
            </dgm:constrLst>
          </dgm:if>
          <dgm:else name="Name8">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b" for="ch" forName="Childtext1" refType="h"/>
              <dgm:constr type="w" for="ch" forName="ConnectLine"/>
              <dgm:constr type="h" for="ch" forName="ConnectLine" refType="h" fact="0.1"/>
              <dgm:constr type="t" for="ch" forName="ConnectLine" refType="b" refFor="ch" refForName="Parent1"/>
              <dgm:constr type="ctrX" for="ch" forName="ConnectLine" refType="w" fact="0.5"/>
              <dgm:constr type="w" for="ch" forName="ConnectLineEnd" refType="h" fact="0.02"/>
              <dgm:constr type="h" for="ch" forName="ConnectLineEnd" refType="h" fact="0.02"/>
              <dgm:constr type="t" for="ch" forName="ConnectLineEnd" refType="b" refFor="ch" refForName="ConnectLine"/>
              <dgm:constr type="ctrX" for="ch" forName="ConnectLineEnd" refType="ctrX" refFor="ch" refForName="ConnectLine"/>
              <dgm:constr type="w" for="ch" forName="EmptyPane" refType="w"/>
              <dgm:constr type="h" for="ch" forName="EmptyPane" refType="h" fact="0.44"/>
            </dgm:constrLst>
          </dgm:else>
        </dgm:choose>
        <dgm:layoutNode name="Parent1" styleLbl="alignNode1">
          <dgm:varLst>
            <dgm:chMax val="1"/>
            <dgm:chPref val="1"/>
            <dgm:bulletEnabled val="1"/>
          </dgm:varLst>
          <dgm:alg type="tx"/>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ect" r:blip="">
                    <dgm:adjLst/>
                  </dgm:shape>
                </dgm:if>
                <dgm:else name="ifMoreThanOneNode">
                  <dgm:choose name="Name18">
                    <dgm:if name="Name19" func="var" arg="dir" op="equ" val="norm">
                      <dgm:shape xmlns:r="http://schemas.openxmlformats.org/officeDocument/2006/relationships" type="homePlate" r:blip="">
                        <dgm:adjLst>
                          <dgm:adj idx="1" val="0.4"/>
                        </dgm:adjLst>
                      </dgm:shape>
                    </dgm:if>
                    <dgm:else name="Name20">
                      <dgm:shape xmlns:r="http://schemas.openxmlformats.org/officeDocument/2006/relationships" rot="180" type="homePlate" r:blip="">
                        <dgm:adjLst>
                          <dgm:adj idx="1" val="0.4"/>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180" type="homePlate" r:blip="">
                        <dgm:adjLst>
                          <dgm:adj idx="1" val="0.4"/>
                        </dgm:adjLst>
                      </dgm:shape>
                    </dgm:if>
                    <dgm:else name="Name26">
                      <dgm:shape xmlns:r="http://schemas.openxmlformats.org/officeDocument/2006/relationships" type="homePlate" r:blip="">
                        <dgm:adjLst>
                          <dgm:adj idx="1" val="0.4"/>
                        </dgm:adjLst>
                      </dgm:shape>
                    </dgm:else>
                  </dgm:choose>
                </dgm:if>
                <dgm:else name="Name27">
                  <dgm:shape xmlns:r="http://schemas.openxmlformats.org/officeDocument/2006/relationships" type="hexagon" r:blip="">
                    <dgm:adjLst>
                      <dgm:adj idx="1" val="0.4"/>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moveWith="Parent1">
          <dgm:varLst>
            <dgm:chMax val="0"/>
            <dgm:chPref val="0"/>
            <dgm:bulletEnabled/>
          </dgm:varLst>
          <dgm:choose name="casesForTxtDirLogic1">
            <dgm:if name="Name77" axis="self" ptType="node" func="posOdd" op="equ" val="1">
              <dgm:alg type="tx">
                <dgm:param type="txAnchorVert" val="b"/>
                <dgm:param type="txAnchorHorz" val="ctr"/>
                <dgm:param type="parTxRTLAlign" val="ctr"/>
                <dgm:param type="parTxLTRAlign" val="ctr"/>
              </dgm:alg>
            </dgm:if>
            <dgm:else name="Name88">
              <dgm:alg type="tx">
                <dgm:param type="txAnchorVert" val="t"/>
                <dgm:param type="txAnchorHorz" val="ctr"/>
                <dgm:param type="parTxRTLAlign" val="ctr"/>
                <dgm:param type="parTxLTRAlign" val="ctr"/>
              </dgm:alg>
            </dgm:else>
          </dgm:choose>
          <dgm:shape xmlns:r="http://schemas.openxmlformats.org/officeDocument/2006/relationships" type="rect" r:blip="">
            <dgm:adjLst/>
          </dgm:shape>
          <dgm:constrLst>
            <dgm:constr type="lMarg"/>
            <dgm:constr type="rMarg"/>
            <dgm:constr type="tMarg" refType="primFontSz" fact="0.7"/>
            <dgm:constr type="bMarg" refType="primFontSz" fact="0.7"/>
          </dgm:constrLst>
          <dgm:presOf axis="ch" ptType="node"/>
          <dgm:ruleLst>
            <dgm:rule type="primFontSz" val="11" fact="NaN" max="NaN"/>
          </dgm:ruleLst>
        </dgm:layoutNode>
        <dgm:layoutNode name="ConnectLine" styleLbl="sibTrans1D1" moveWith="Parent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ConnectLineEnd" styleLbl="node1" moveWith="Parent1">
          <dgm:alg type="sp"/>
          <dgm:shape xmlns:r="http://schemas.openxmlformats.org/officeDocument/2006/relationships" type="rect" r:blip="">
            <dgm:adjLst/>
          </dgm:shape>
          <dgm:presOf/>
          <dgm:constrLst/>
        </dgm:layoutNode>
        <dgm:layoutNode name="EmptyPane" moveWith="Parent1">
          <dgm:alg type="sp"/>
          <dgm:shape xmlns:r="http://schemas.openxmlformats.org/officeDocument/2006/relationships" r:blip="">
            <dgm:adjLst/>
          </dgm:shape>
          <dgm:presOf/>
          <dgm:constrLst/>
        </dgm:layoutNode>
      </dgm:layoutNode>
      <dgm:forEach name="Name28" axis="followSib" ptType="sibTrans" cnt="1">
        <dgm:layoutNode name="spaceBetweenRectangles" styleLbl="fgAcc1">
          <dgm:alg type="conn">
            <dgm:param type="dim" val="1D"/>
            <dgm:param type="srcNode" val="Parent1"/>
            <dgm:param type="dstNode" val="Parent1"/>
            <dgm:param type="begPts" val="midR"/>
            <dgm:param type="endPts" val="midL"/>
            <dgm:param type="endSty" val="noArr"/>
          </dgm:alg>
          <dgm:shape xmlns:r="http://schemas.openxmlformats.org/officeDocument/2006/relationships" type="conn" r:blip="" zOrderOff="-2">
            <dgm:adjLst/>
          </dgm:shape>
          <dgm:presOf/>
          <dgm:constrLst>
            <dgm:constr type="connDi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C4194C-E2FC-C14E-A221-E40C290BC8D8}" type="datetimeFigureOut">
              <a:rPr lang="en-US" smtClean="0"/>
              <a:t>4/14/26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FB295C-BA09-3149-AAD9-FB3A00F715E6}" type="slidenum">
              <a:rPr lang="en-US" smtClean="0"/>
              <a:t>‹#›</a:t>
            </a:fld>
            <a:endParaRPr lang="en-US"/>
          </a:p>
        </p:txBody>
      </p:sp>
    </p:spTree>
    <p:extLst>
      <p:ext uri="{BB962C8B-B14F-4D97-AF65-F5344CB8AC3E}">
        <p14:creationId xmlns:p14="http://schemas.microsoft.com/office/powerpoint/2010/main" val="2227836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066369-41B6-FA48-B72C-3C0BFA8986F0}" type="slidenum">
              <a:rPr lang="en-US" smtClean="0"/>
              <a:t>6</a:t>
            </a:fld>
            <a:endParaRPr lang="en-US"/>
          </a:p>
        </p:txBody>
      </p:sp>
    </p:spTree>
    <p:extLst>
      <p:ext uri="{BB962C8B-B14F-4D97-AF65-F5344CB8AC3E}">
        <p14:creationId xmlns:p14="http://schemas.microsoft.com/office/powerpoint/2010/main" val="1018039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27489-3707-F24B-B478-A72308F1B8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194AA1-986A-1C4B-B855-E6D838C913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929C81-94EC-2847-BD24-416D18B1115E}"/>
              </a:ext>
            </a:extLst>
          </p:cNvPr>
          <p:cNvSpPr>
            <a:spLocks noGrp="1"/>
          </p:cNvSpPr>
          <p:nvPr>
            <p:ph type="dt" sz="half" idx="10"/>
          </p:nvPr>
        </p:nvSpPr>
        <p:spPr/>
        <p:txBody>
          <a:bodyPr/>
          <a:lstStyle/>
          <a:p>
            <a:fld id="{CB3FA3B7-35E7-394E-A6D3-A240F2D44F0D}" type="datetime1">
              <a:rPr lang="en-US" smtClean="0"/>
              <a:t>4/14/26</a:t>
            </a:fld>
            <a:endParaRPr lang="en-US"/>
          </a:p>
        </p:txBody>
      </p:sp>
      <p:sp>
        <p:nvSpPr>
          <p:cNvPr id="5" name="Footer Placeholder 4">
            <a:extLst>
              <a:ext uri="{FF2B5EF4-FFF2-40B4-BE49-F238E27FC236}">
                <a16:creationId xmlns:a16="http://schemas.microsoft.com/office/drawing/2014/main" id="{88F0C0BC-3F26-E048-BE09-AC18174E9A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D1A9DC-B9AF-6744-A05A-90F439F705DE}"/>
              </a:ext>
            </a:extLst>
          </p:cNvPr>
          <p:cNvSpPr>
            <a:spLocks noGrp="1"/>
          </p:cNvSpPr>
          <p:nvPr>
            <p:ph type="sldNum" sz="quarter" idx="12"/>
          </p:nvPr>
        </p:nvSpPr>
        <p:spPr/>
        <p:txBody>
          <a:bodyPr/>
          <a:lstStyle/>
          <a:p>
            <a:fld id="{A2D8A776-6538-5648-A668-0309365E34FA}" type="slidenum">
              <a:rPr lang="en-US" smtClean="0"/>
              <a:t>‹#›</a:t>
            </a:fld>
            <a:endParaRPr lang="en-US"/>
          </a:p>
        </p:txBody>
      </p:sp>
    </p:spTree>
    <p:extLst>
      <p:ext uri="{BB962C8B-B14F-4D97-AF65-F5344CB8AC3E}">
        <p14:creationId xmlns:p14="http://schemas.microsoft.com/office/powerpoint/2010/main" val="2946001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7467D-86D3-8F4B-A5C5-1F885153B5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B575F7-1A46-F545-84A9-861F928305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F050C2-EDE3-4D4C-98DF-5B0A9F7C0C92}"/>
              </a:ext>
            </a:extLst>
          </p:cNvPr>
          <p:cNvSpPr>
            <a:spLocks noGrp="1"/>
          </p:cNvSpPr>
          <p:nvPr>
            <p:ph type="dt" sz="half" idx="10"/>
          </p:nvPr>
        </p:nvSpPr>
        <p:spPr/>
        <p:txBody>
          <a:bodyPr/>
          <a:lstStyle/>
          <a:p>
            <a:fld id="{CF78D338-D09D-404C-9AF0-A37F607A829E}" type="datetime1">
              <a:rPr lang="en-US" smtClean="0"/>
              <a:t>4/14/26</a:t>
            </a:fld>
            <a:endParaRPr lang="en-US"/>
          </a:p>
        </p:txBody>
      </p:sp>
      <p:sp>
        <p:nvSpPr>
          <p:cNvPr id="5" name="Footer Placeholder 4">
            <a:extLst>
              <a:ext uri="{FF2B5EF4-FFF2-40B4-BE49-F238E27FC236}">
                <a16:creationId xmlns:a16="http://schemas.microsoft.com/office/drawing/2014/main" id="{CFD9A5F6-9EF3-5643-8995-5C9214BF67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D2AA86-E935-3E46-B81D-D21AFD52F201}"/>
              </a:ext>
            </a:extLst>
          </p:cNvPr>
          <p:cNvSpPr>
            <a:spLocks noGrp="1"/>
          </p:cNvSpPr>
          <p:nvPr>
            <p:ph type="sldNum" sz="quarter" idx="12"/>
          </p:nvPr>
        </p:nvSpPr>
        <p:spPr/>
        <p:txBody>
          <a:bodyPr/>
          <a:lstStyle/>
          <a:p>
            <a:fld id="{A2D8A776-6538-5648-A668-0309365E34FA}" type="slidenum">
              <a:rPr lang="en-US" smtClean="0"/>
              <a:t>‹#›</a:t>
            </a:fld>
            <a:endParaRPr lang="en-US"/>
          </a:p>
        </p:txBody>
      </p:sp>
    </p:spTree>
    <p:extLst>
      <p:ext uri="{BB962C8B-B14F-4D97-AF65-F5344CB8AC3E}">
        <p14:creationId xmlns:p14="http://schemas.microsoft.com/office/powerpoint/2010/main" val="25683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722E6-1E05-3E4D-A377-30CA3C6DA5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EBC44F-15C6-9F47-AC48-09226C0616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848182-F831-2441-913A-30712F350B7A}"/>
              </a:ext>
            </a:extLst>
          </p:cNvPr>
          <p:cNvSpPr>
            <a:spLocks noGrp="1"/>
          </p:cNvSpPr>
          <p:nvPr>
            <p:ph type="dt" sz="half" idx="10"/>
          </p:nvPr>
        </p:nvSpPr>
        <p:spPr/>
        <p:txBody>
          <a:bodyPr/>
          <a:lstStyle/>
          <a:p>
            <a:fld id="{3330376F-D923-FA45-81A5-307727E6A889}" type="datetime1">
              <a:rPr lang="en-US" smtClean="0"/>
              <a:t>4/14/26</a:t>
            </a:fld>
            <a:endParaRPr lang="en-US"/>
          </a:p>
        </p:txBody>
      </p:sp>
      <p:sp>
        <p:nvSpPr>
          <p:cNvPr id="5" name="Footer Placeholder 4">
            <a:extLst>
              <a:ext uri="{FF2B5EF4-FFF2-40B4-BE49-F238E27FC236}">
                <a16:creationId xmlns:a16="http://schemas.microsoft.com/office/drawing/2014/main" id="{BAB28595-5430-104D-83E7-EC410D9523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5FA8C5-8FDF-9B47-B25E-CB4E92355550}"/>
              </a:ext>
            </a:extLst>
          </p:cNvPr>
          <p:cNvSpPr>
            <a:spLocks noGrp="1"/>
          </p:cNvSpPr>
          <p:nvPr>
            <p:ph type="sldNum" sz="quarter" idx="12"/>
          </p:nvPr>
        </p:nvSpPr>
        <p:spPr/>
        <p:txBody>
          <a:bodyPr/>
          <a:lstStyle/>
          <a:p>
            <a:fld id="{A2D8A776-6538-5648-A668-0309365E34FA}" type="slidenum">
              <a:rPr lang="en-US" smtClean="0"/>
              <a:t>‹#›</a:t>
            </a:fld>
            <a:endParaRPr lang="en-US"/>
          </a:p>
        </p:txBody>
      </p:sp>
    </p:spTree>
    <p:extLst>
      <p:ext uri="{BB962C8B-B14F-4D97-AF65-F5344CB8AC3E}">
        <p14:creationId xmlns:p14="http://schemas.microsoft.com/office/powerpoint/2010/main" val="4200695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D995A-BE2B-624F-A2E7-6286EB966A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715032-247E-9248-AFC2-49AF7618F4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756513-CB9B-DE45-B137-1C127B3D12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95822D-0E9B-DA41-9DFF-6830EB4D61E2}"/>
              </a:ext>
            </a:extLst>
          </p:cNvPr>
          <p:cNvSpPr>
            <a:spLocks noGrp="1"/>
          </p:cNvSpPr>
          <p:nvPr>
            <p:ph type="dt" sz="half" idx="10"/>
          </p:nvPr>
        </p:nvSpPr>
        <p:spPr/>
        <p:txBody>
          <a:bodyPr/>
          <a:lstStyle/>
          <a:p>
            <a:fld id="{EE8F6779-8135-D44A-BB95-7B416A7B57F4}" type="datetime1">
              <a:rPr lang="en-US" smtClean="0"/>
              <a:t>4/14/26</a:t>
            </a:fld>
            <a:endParaRPr lang="en-US"/>
          </a:p>
        </p:txBody>
      </p:sp>
      <p:sp>
        <p:nvSpPr>
          <p:cNvPr id="6" name="Footer Placeholder 5">
            <a:extLst>
              <a:ext uri="{FF2B5EF4-FFF2-40B4-BE49-F238E27FC236}">
                <a16:creationId xmlns:a16="http://schemas.microsoft.com/office/drawing/2014/main" id="{DE3938A7-F882-F047-B2A4-76381427BA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9F9F3D-C436-D847-8843-63CB08F5FD71}"/>
              </a:ext>
            </a:extLst>
          </p:cNvPr>
          <p:cNvSpPr>
            <a:spLocks noGrp="1"/>
          </p:cNvSpPr>
          <p:nvPr>
            <p:ph type="sldNum" sz="quarter" idx="12"/>
          </p:nvPr>
        </p:nvSpPr>
        <p:spPr/>
        <p:txBody>
          <a:bodyPr/>
          <a:lstStyle/>
          <a:p>
            <a:fld id="{A2D8A776-6538-5648-A668-0309365E34FA}" type="slidenum">
              <a:rPr lang="en-US" smtClean="0"/>
              <a:t>‹#›</a:t>
            </a:fld>
            <a:endParaRPr lang="en-US"/>
          </a:p>
        </p:txBody>
      </p:sp>
    </p:spTree>
    <p:extLst>
      <p:ext uri="{BB962C8B-B14F-4D97-AF65-F5344CB8AC3E}">
        <p14:creationId xmlns:p14="http://schemas.microsoft.com/office/powerpoint/2010/main" val="1399594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836B8-A73E-904E-BC8F-7D1E384E785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550217-4851-4E4B-AB16-80435A0E25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528DE2-C917-564B-A53E-B10EBBF6C3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9E5ED4D-67B2-AB47-87C6-5DA31D2C28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3F0E0C-E69C-FA48-8ACD-398F2FFE96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9A9736-05BE-5D47-B69A-47B807714160}"/>
              </a:ext>
            </a:extLst>
          </p:cNvPr>
          <p:cNvSpPr>
            <a:spLocks noGrp="1"/>
          </p:cNvSpPr>
          <p:nvPr>
            <p:ph type="dt" sz="half" idx="10"/>
          </p:nvPr>
        </p:nvSpPr>
        <p:spPr/>
        <p:txBody>
          <a:bodyPr/>
          <a:lstStyle/>
          <a:p>
            <a:fld id="{73CE8CBB-E072-DD43-862E-6F2A9024E5DC}" type="datetime1">
              <a:rPr lang="en-US" smtClean="0"/>
              <a:t>4/14/26</a:t>
            </a:fld>
            <a:endParaRPr lang="en-US"/>
          </a:p>
        </p:txBody>
      </p:sp>
      <p:sp>
        <p:nvSpPr>
          <p:cNvPr id="8" name="Footer Placeholder 7">
            <a:extLst>
              <a:ext uri="{FF2B5EF4-FFF2-40B4-BE49-F238E27FC236}">
                <a16:creationId xmlns:a16="http://schemas.microsoft.com/office/drawing/2014/main" id="{DE48DAB2-20CE-E240-8B11-E615DCBF73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28ADA7-1EAD-804B-9429-EE39253C1BBB}"/>
              </a:ext>
            </a:extLst>
          </p:cNvPr>
          <p:cNvSpPr>
            <a:spLocks noGrp="1"/>
          </p:cNvSpPr>
          <p:nvPr>
            <p:ph type="sldNum" sz="quarter" idx="12"/>
          </p:nvPr>
        </p:nvSpPr>
        <p:spPr/>
        <p:txBody>
          <a:bodyPr/>
          <a:lstStyle/>
          <a:p>
            <a:fld id="{A2D8A776-6538-5648-A668-0309365E34FA}" type="slidenum">
              <a:rPr lang="en-US" smtClean="0"/>
              <a:t>‹#›</a:t>
            </a:fld>
            <a:endParaRPr lang="en-US"/>
          </a:p>
        </p:txBody>
      </p:sp>
    </p:spTree>
    <p:extLst>
      <p:ext uri="{BB962C8B-B14F-4D97-AF65-F5344CB8AC3E}">
        <p14:creationId xmlns:p14="http://schemas.microsoft.com/office/powerpoint/2010/main" val="423343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2DD6D-939B-3B4C-9E53-7E09B0A3F5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61F763-91C2-9A4E-BEDE-7EE5498A0AC3}"/>
              </a:ext>
            </a:extLst>
          </p:cNvPr>
          <p:cNvSpPr>
            <a:spLocks noGrp="1"/>
          </p:cNvSpPr>
          <p:nvPr>
            <p:ph type="dt" sz="half" idx="10"/>
          </p:nvPr>
        </p:nvSpPr>
        <p:spPr/>
        <p:txBody>
          <a:bodyPr/>
          <a:lstStyle/>
          <a:p>
            <a:fld id="{55012820-56D3-194D-A7DE-BCBF7530A760}" type="datetime1">
              <a:rPr lang="en-US" smtClean="0"/>
              <a:t>4/14/26</a:t>
            </a:fld>
            <a:endParaRPr lang="en-US"/>
          </a:p>
        </p:txBody>
      </p:sp>
      <p:sp>
        <p:nvSpPr>
          <p:cNvPr id="4" name="Footer Placeholder 3">
            <a:extLst>
              <a:ext uri="{FF2B5EF4-FFF2-40B4-BE49-F238E27FC236}">
                <a16:creationId xmlns:a16="http://schemas.microsoft.com/office/drawing/2014/main" id="{0C5B9CCB-6C69-8D4C-8FBA-9BA6339B35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04DA01-7F69-374C-90AA-1A0FF0686C5D}"/>
              </a:ext>
            </a:extLst>
          </p:cNvPr>
          <p:cNvSpPr>
            <a:spLocks noGrp="1"/>
          </p:cNvSpPr>
          <p:nvPr>
            <p:ph type="sldNum" sz="quarter" idx="12"/>
          </p:nvPr>
        </p:nvSpPr>
        <p:spPr/>
        <p:txBody>
          <a:bodyPr/>
          <a:lstStyle/>
          <a:p>
            <a:fld id="{A2D8A776-6538-5648-A668-0309365E34FA}" type="slidenum">
              <a:rPr lang="en-US" smtClean="0"/>
              <a:t>‹#›</a:t>
            </a:fld>
            <a:endParaRPr lang="en-US"/>
          </a:p>
        </p:txBody>
      </p:sp>
    </p:spTree>
    <p:extLst>
      <p:ext uri="{BB962C8B-B14F-4D97-AF65-F5344CB8AC3E}">
        <p14:creationId xmlns:p14="http://schemas.microsoft.com/office/powerpoint/2010/main" val="4169359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FF0AFC-B8A1-4749-A3C1-65D9253F30A8}"/>
              </a:ext>
            </a:extLst>
          </p:cNvPr>
          <p:cNvSpPr>
            <a:spLocks noGrp="1"/>
          </p:cNvSpPr>
          <p:nvPr>
            <p:ph type="dt" sz="half" idx="10"/>
          </p:nvPr>
        </p:nvSpPr>
        <p:spPr/>
        <p:txBody>
          <a:bodyPr/>
          <a:lstStyle/>
          <a:p>
            <a:fld id="{F8B5626C-E9AC-FC40-9F01-24BB9CC907E8}" type="datetime1">
              <a:rPr lang="en-US" smtClean="0"/>
              <a:t>4/14/26</a:t>
            </a:fld>
            <a:endParaRPr lang="en-US"/>
          </a:p>
        </p:txBody>
      </p:sp>
      <p:sp>
        <p:nvSpPr>
          <p:cNvPr id="3" name="Footer Placeholder 2">
            <a:extLst>
              <a:ext uri="{FF2B5EF4-FFF2-40B4-BE49-F238E27FC236}">
                <a16:creationId xmlns:a16="http://schemas.microsoft.com/office/drawing/2014/main" id="{49AC2902-0387-F844-A647-1C5A4F234A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266B1CD-FD9A-E347-8D6D-E3AD3C5ADF80}"/>
              </a:ext>
            </a:extLst>
          </p:cNvPr>
          <p:cNvSpPr>
            <a:spLocks noGrp="1"/>
          </p:cNvSpPr>
          <p:nvPr>
            <p:ph type="sldNum" sz="quarter" idx="12"/>
          </p:nvPr>
        </p:nvSpPr>
        <p:spPr/>
        <p:txBody>
          <a:bodyPr/>
          <a:lstStyle/>
          <a:p>
            <a:fld id="{A2D8A776-6538-5648-A668-0309365E34FA}" type="slidenum">
              <a:rPr lang="en-US" smtClean="0"/>
              <a:t>‹#›</a:t>
            </a:fld>
            <a:endParaRPr lang="en-US"/>
          </a:p>
        </p:txBody>
      </p:sp>
    </p:spTree>
    <p:extLst>
      <p:ext uri="{BB962C8B-B14F-4D97-AF65-F5344CB8AC3E}">
        <p14:creationId xmlns:p14="http://schemas.microsoft.com/office/powerpoint/2010/main" val="161770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EC459-EF47-6A44-88FF-2656FF7334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F9BA24D-2A95-BD4A-9D7B-B00256B0D0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7C9EB9-7658-8341-864E-23A05F1F1B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A87010-8FEB-0545-915F-BA83EA1B66BF}"/>
              </a:ext>
            </a:extLst>
          </p:cNvPr>
          <p:cNvSpPr>
            <a:spLocks noGrp="1"/>
          </p:cNvSpPr>
          <p:nvPr>
            <p:ph type="dt" sz="half" idx="10"/>
          </p:nvPr>
        </p:nvSpPr>
        <p:spPr/>
        <p:txBody>
          <a:bodyPr/>
          <a:lstStyle/>
          <a:p>
            <a:fld id="{43BB139E-86B0-5A43-AFFC-F6442853A033}" type="datetime1">
              <a:rPr lang="en-US" smtClean="0"/>
              <a:t>4/14/26</a:t>
            </a:fld>
            <a:endParaRPr lang="en-US"/>
          </a:p>
        </p:txBody>
      </p:sp>
      <p:sp>
        <p:nvSpPr>
          <p:cNvPr id="6" name="Footer Placeholder 5">
            <a:extLst>
              <a:ext uri="{FF2B5EF4-FFF2-40B4-BE49-F238E27FC236}">
                <a16:creationId xmlns:a16="http://schemas.microsoft.com/office/drawing/2014/main" id="{7B8DE8C6-F321-464A-BE6E-1CBC3AF71A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31ADE9-68E4-FD4A-B36C-D3E067C5B6BE}"/>
              </a:ext>
            </a:extLst>
          </p:cNvPr>
          <p:cNvSpPr>
            <a:spLocks noGrp="1"/>
          </p:cNvSpPr>
          <p:nvPr>
            <p:ph type="sldNum" sz="quarter" idx="12"/>
          </p:nvPr>
        </p:nvSpPr>
        <p:spPr/>
        <p:txBody>
          <a:bodyPr/>
          <a:lstStyle/>
          <a:p>
            <a:fld id="{A2D8A776-6538-5648-A668-0309365E34FA}" type="slidenum">
              <a:rPr lang="en-US" smtClean="0"/>
              <a:t>‹#›</a:t>
            </a:fld>
            <a:endParaRPr lang="en-US"/>
          </a:p>
        </p:txBody>
      </p:sp>
    </p:spTree>
    <p:extLst>
      <p:ext uri="{BB962C8B-B14F-4D97-AF65-F5344CB8AC3E}">
        <p14:creationId xmlns:p14="http://schemas.microsoft.com/office/powerpoint/2010/main" val="3032324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3C5C1-CF6D-054A-AD7D-B86C8F77A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632C9A-68EF-9046-BC67-1E7D568D50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32D532-D782-8B4C-A282-2BB4024B85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F03B93-1480-3844-9886-1D838ECAD28E}"/>
              </a:ext>
            </a:extLst>
          </p:cNvPr>
          <p:cNvSpPr>
            <a:spLocks noGrp="1"/>
          </p:cNvSpPr>
          <p:nvPr>
            <p:ph type="dt" sz="half" idx="10"/>
          </p:nvPr>
        </p:nvSpPr>
        <p:spPr/>
        <p:txBody>
          <a:bodyPr/>
          <a:lstStyle/>
          <a:p>
            <a:fld id="{2C9822C5-13D4-D649-90BE-3F6F150B0E48}" type="datetime1">
              <a:rPr lang="en-US" smtClean="0"/>
              <a:t>4/14/26</a:t>
            </a:fld>
            <a:endParaRPr lang="en-US"/>
          </a:p>
        </p:txBody>
      </p:sp>
      <p:sp>
        <p:nvSpPr>
          <p:cNvPr id="6" name="Footer Placeholder 5">
            <a:extLst>
              <a:ext uri="{FF2B5EF4-FFF2-40B4-BE49-F238E27FC236}">
                <a16:creationId xmlns:a16="http://schemas.microsoft.com/office/drawing/2014/main" id="{EA19C0F0-EC07-DB46-8C95-32805898DE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C0E8A3-38C7-4841-A564-FCB34788FD44}"/>
              </a:ext>
            </a:extLst>
          </p:cNvPr>
          <p:cNvSpPr>
            <a:spLocks noGrp="1"/>
          </p:cNvSpPr>
          <p:nvPr>
            <p:ph type="sldNum" sz="quarter" idx="12"/>
          </p:nvPr>
        </p:nvSpPr>
        <p:spPr/>
        <p:txBody>
          <a:bodyPr/>
          <a:lstStyle/>
          <a:p>
            <a:fld id="{A2D8A776-6538-5648-A668-0309365E34FA}" type="slidenum">
              <a:rPr lang="en-US" smtClean="0"/>
              <a:t>‹#›</a:t>
            </a:fld>
            <a:endParaRPr lang="en-US"/>
          </a:p>
        </p:txBody>
      </p:sp>
    </p:spTree>
    <p:extLst>
      <p:ext uri="{BB962C8B-B14F-4D97-AF65-F5344CB8AC3E}">
        <p14:creationId xmlns:p14="http://schemas.microsoft.com/office/powerpoint/2010/main" val="519951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BCBA6-C3C9-E34F-B171-D97CC2AA7E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77756DE-9BEB-8C4D-B001-976B02AB5E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89CCBD-F3F9-8644-A2D3-F9519762CE2A}"/>
              </a:ext>
            </a:extLst>
          </p:cNvPr>
          <p:cNvSpPr>
            <a:spLocks noGrp="1"/>
          </p:cNvSpPr>
          <p:nvPr>
            <p:ph type="dt" sz="half" idx="10"/>
          </p:nvPr>
        </p:nvSpPr>
        <p:spPr/>
        <p:txBody>
          <a:bodyPr/>
          <a:lstStyle/>
          <a:p>
            <a:fld id="{B3C8A97D-1433-864E-8B2C-5FA2276BA083}" type="datetime1">
              <a:rPr lang="en-US" smtClean="0"/>
              <a:t>4/14/26</a:t>
            </a:fld>
            <a:endParaRPr lang="en-US"/>
          </a:p>
        </p:txBody>
      </p:sp>
      <p:sp>
        <p:nvSpPr>
          <p:cNvPr id="5" name="Footer Placeholder 4">
            <a:extLst>
              <a:ext uri="{FF2B5EF4-FFF2-40B4-BE49-F238E27FC236}">
                <a16:creationId xmlns:a16="http://schemas.microsoft.com/office/drawing/2014/main" id="{F2E35E21-35F1-6D44-BDA2-B045567BAB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278FAC-F2D7-F940-A498-3785B29E3054}"/>
              </a:ext>
            </a:extLst>
          </p:cNvPr>
          <p:cNvSpPr>
            <a:spLocks noGrp="1"/>
          </p:cNvSpPr>
          <p:nvPr>
            <p:ph type="sldNum" sz="quarter" idx="12"/>
          </p:nvPr>
        </p:nvSpPr>
        <p:spPr/>
        <p:txBody>
          <a:bodyPr/>
          <a:lstStyle/>
          <a:p>
            <a:fld id="{A2D8A776-6538-5648-A668-0309365E34FA}" type="slidenum">
              <a:rPr lang="en-US" smtClean="0"/>
              <a:t>‹#›</a:t>
            </a:fld>
            <a:endParaRPr lang="en-US"/>
          </a:p>
        </p:txBody>
      </p:sp>
    </p:spTree>
    <p:extLst>
      <p:ext uri="{BB962C8B-B14F-4D97-AF65-F5344CB8AC3E}">
        <p14:creationId xmlns:p14="http://schemas.microsoft.com/office/powerpoint/2010/main" val="1115091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708666-2953-4F4D-AA25-139E5286BA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8F81B48-2FED-E94A-B6B9-3D292E28D7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5F5B11-330C-6244-81FD-9EE38690155B}"/>
              </a:ext>
            </a:extLst>
          </p:cNvPr>
          <p:cNvSpPr>
            <a:spLocks noGrp="1"/>
          </p:cNvSpPr>
          <p:nvPr>
            <p:ph type="dt" sz="half" idx="10"/>
          </p:nvPr>
        </p:nvSpPr>
        <p:spPr/>
        <p:txBody>
          <a:bodyPr/>
          <a:lstStyle/>
          <a:p>
            <a:fld id="{B595E027-7208-ED4F-8411-101F388CF402}" type="datetime1">
              <a:rPr lang="en-US" smtClean="0"/>
              <a:t>4/14/26</a:t>
            </a:fld>
            <a:endParaRPr lang="en-US"/>
          </a:p>
        </p:txBody>
      </p:sp>
      <p:sp>
        <p:nvSpPr>
          <p:cNvPr id="5" name="Footer Placeholder 4">
            <a:extLst>
              <a:ext uri="{FF2B5EF4-FFF2-40B4-BE49-F238E27FC236}">
                <a16:creationId xmlns:a16="http://schemas.microsoft.com/office/drawing/2014/main" id="{1524BB01-9A65-B642-853E-D9DE81762F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9A88D1-979E-A247-8954-B2D2B74BE88E}"/>
              </a:ext>
            </a:extLst>
          </p:cNvPr>
          <p:cNvSpPr>
            <a:spLocks noGrp="1"/>
          </p:cNvSpPr>
          <p:nvPr>
            <p:ph type="sldNum" sz="quarter" idx="12"/>
          </p:nvPr>
        </p:nvSpPr>
        <p:spPr/>
        <p:txBody>
          <a:bodyPr/>
          <a:lstStyle/>
          <a:p>
            <a:fld id="{A2D8A776-6538-5648-A668-0309365E34FA}" type="slidenum">
              <a:rPr lang="en-US" smtClean="0"/>
              <a:t>‹#›</a:t>
            </a:fld>
            <a:endParaRPr lang="en-US"/>
          </a:p>
        </p:txBody>
      </p:sp>
    </p:spTree>
    <p:extLst>
      <p:ext uri="{BB962C8B-B14F-4D97-AF65-F5344CB8AC3E}">
        <p14:creationId xmlns:p14="http://schemas.microsoft.com/office/powerpoint/2010/main" val="27797511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0B31F-DF1A-8674-7C1B-6E917DB696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39741F-9A0E-3084-F3D3-C3DB7DA94B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8F34EC3-51C8-FAB5-7066-A3CB1B5A27BA}"/>
              </a:ext>
            </a:extLst>
          </p:cNvPr>
          <p:cNvSpPr>
            <a:spLocks noGrp="1"/>
          </p:cNvSpPr>
          <p:nvPr>
            <p:ph type="dt" sz="half" idx="10"/>
          </p:nvPr>
        </p:nvSpPr>
        <p:spPr/>
        <p:txBody>
          <a:bodyPr/>
          <a:lstStyle/>
          <a:p>
            <a:fld id="{D054049D-4270-AD4D-BFC3-75538FABEDED}" type="datetime1">
              <a:rPr lang="en-US" smtClean="0"/>
              <a:t>4/14/26</a:t>
            </a:fld>
            <a:endParaRPr lang="en-US"/>
          </a:p>
        </p:txBody>
      </p:sp>
      <p:sp>
        <p:nvSpPr>
          <p:cNvPr id="5" name="Footer Placeholder 4">
            <a:extLst>
              <a:ext uri="{FF2B5EF4-FFF2-40B4-BE49-F238E27FC236}">
                <a16:creationId xmlns:a16="http://schemas.microsoft.com/office/drawing/2014/main" id="{9706F3DB-6332-3943-98D3-245FE9132E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37D5FA-0793-FC23-52E8-0BDF780C87B6}"/>
              </a:ext>
            </a:extLst>
          </p:cNvPr>
          <p:cNvSpPr>
            <a:spLocks noGrp="1"/>
          </p:cNvSpPr>
          <p:nvPr>
            <p:ph type="sldNum" sz="quarter" idx="12"/>
          </p:nvPr>
        </p:nvSpPr>
        <p:spPr/>
        <p:txBody>
          <a:bodyPr/>
          <a:lstStyle/>
          <a:p>
            <a:fld id="{A47EDBDF-01FE-E14D-AF08-096C5835BC44}" type="slidenum">
              <a:rPr lang="en-US" smtClean="0"/>
              <a:t>‹#›</a:t>
            </a:fld>
            <a:endParaRPr lang="en-US"/>
          </a:p>
        </p:txBody>
      </p:sp>
    </p:spTree>
    <p:extLst>
      <p:ext uri="{BB962C8B-B14F-4D97-AF65-F5344CB8AC3E}">
        <p14:creationId xmlns:p14="http://schemas.microsoft.com/office/powerpoint/2010/main" val="5032270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81CF9-D3E1-EAAC-9FA6-9B95E4B37F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1B42D5-BFDB-7D4A-C612-74D14CBC30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57F29B-C102-BB31-873B-5199D049C86D}"/>
              </a:ext>
            </a:extLst>
          </p:cNvPr>
          <p:cNvSpPr>
            <a:spLocks noGrp="1"/>
          </p:cNvSpPr>
          <p:nvPr>
            <p:ph type="dt" sz="half" idx="10"/>
          </p:nvPr>
        </p:nvSpPr>
        <p:spPr/>
        <p:txBody>
          <a:bodyPr/>
          <a:lstStyle/>
          <a:p>
            <a:fld id="{A594200C-EEE8-D244-9049-30D776DBF1DC}" type="datetime1">
              <a:rPr lang="en-US" smtClean="0"/>
              <a:t>4/14/26</a:t>
            </a:fld>
            <a:endParaRPr lang="en-US"/>
          </a:p>
        </p:txBody>
      </p:sp>
      <p:sp>
        <p:nvSpPr>
          <p:cNvPr id="5" name="Footer Placeholder 4">
            <a:extLst>
              <a:ext uri="{FF2B5EF4-FFF2-40B4-BE49-F238E27FC236}">
                <a16:creationId xmlns:a16="http://schemas.microsoft.com/office/drawing/2014/main" id="{A908E2B1-1C3F-769B-6647-F5B5F76411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B3A3F5-CD67-B363-39E1-A04E790EE6F0}"/>
              </a:ext>
            </a:extLst>
          </p:cNvPr>
          <p:cNvSpPr>
            <a:spLocks noGrp="1"/>
          </p:cNvSpPr>
          <p:nvPr>
            <p:ph type="sldNum" sz="quarter" idx="12"/>
          </p:nvPr>
        </p:nvSpPr>
        <p:spPr/>
        <p:txBody>
          <a:bodyPr/>
          <a:lstStyle/>
          <a:p>
            <a:fld id="{A47EDBDF-01FE-E14D-AF08-096C5835BC44}" type="slidenum">
              <a:rPr lang="en-US" smtClean="0"/>
              <a:t>‹#›</a:t>
            </a:fld>
            <a:endParaRPr lang="en-US"/>
          </a:p>
        </p:txBody>
      </p:sp>
    </p:spTree>
    <p:extLst>
      <p:ext uri="{BB962C8B-B14F-4D97-AF65-F5344CB8AC3E}">
        <p14:creationId xmlns:p14="http://schemas.microsoft.com/office/powerpoint/2010/main" val="13340634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FEF97-1633-2071-22A9-42BA7A256E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377B664-34F4-7021-045B-7290F83A71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518F46-AE56-6D30-670F-4868F54E4AB2}"/>
              </a:ext>
            </a:extLst>
          </p:cNvPr>
          <p:cNvSpPr>
            <a:spLocks noGrp="1"/>
          </p:cNvSpPr>
          <p:nvPr>
            <p:ph type="dt" sz="half" idx="10"/>
          </p:nvPr>
        </p:nvSpPr>
        <p:spPr/>
        <p:txBody>
          <a:bodyPr/>
          <a:lstStyle/>
          <a:p>
            <a:fld id="{31675120-B7A1-F14E-8695-5440ED614820}" type="datetime1">
              <a:rPr lang="en-US" smtClean="0"/>
              <a:t>4/14/26</a:t>
            </a:fld>
            <a:endParaRPr lang="en-US"/>
          </a:p>
        </p:txBody>
      </p:sp>
      <p:sp>
        <p:nvSpPr>
          <p:cNvPr id="5" name="Footer Placeholder 4">
            <a:extLst>
              <a:ext uri="{FF2B5EF4-FFF2-40B4-BE49-F238E27FC236}">
                <a16:creationId xmlns:a16="http://schemas.microsoft.com/office/drawing/2014/main" id="{36E2F2C6-E5F4-B5B7-21F1-5F7AD3A7C0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52ACEC-3430-B978-A688-A84F01E1281A}"/>
              </a:ext>
            </a:extLst>
          </p:cNvPr>
          <p:cNvSpPr>
            <a:spLocks noGrp="1"/>
          </p:cNvSpPr>
          <p:nvPr>
            <p:ph type="sldNum" sz="quarter" idx="12"/>
          </p:nvPr>
        </p:nvSpPr>
        <p:spPr/>
        <p:txBody>
          <a:bodyPr/>
          <a:lstStyle/>
          <a:p>
            <a:fld id="{A47EDBDF-01FE-E14D-AF08-096C5835BC44}" type="slidenum">
              <a:rPr lang="en-US" smtClean="0"/>
              <a:t>‹#›</a:t>
            </a:fld>
            <a:endParaRPr lang="en-US"/>
          </a:p>
        </p:txBody>
      </p:sp>
    </p:spTree>
    <p:extLst>
      <p:ext uri="{BB962C8B-B14F-4D97-AF65-F5344CB8AC3E}">
        <p14:creationId xmlns:p14="http://schemas.microsoft.com/office/powerpoint/2010/main" val="4203717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94DDC-0B39-8F74-8B0D-AB73E13647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3C16C4-CB8A-C236-4919-CF80BB4D9E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FA695DB-7F00-F705-9EFF-E9B9F9B08E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08B581A-9C61-9A53-6764-B803CD6BDCF1}"/>
              </a:ext>
            </a:extLst>
          </p:cNvPr>
          <p:cNvSpPr>
            <a:spLocks noGrp="1"/>
          </p:cNvSpPr>
          <p:nvPr>
            <p:ph type="dt" sz="half" idx="10"/>
          </p:nvPr>
        </p:nvSpPr>
        <p:spPr/>
        <p:txBody>
          <a:bodyPr/>
          <a:lstStyle/>
          <a:p>
            <a:fld id="{4266A7B7-12DA-1846-87D8-928BF15C26DA}" type="datetime1">
              <a:rPr lang="en-US" smtClean="0"/>
              <a:t>4/14/26</a:t>
            </a:fld>
            <a:endParaRPr lang="en-US"/>
          </a:p>
        </p:txBody>
      </p:sp>
      <p:sp>
        <p:nvSpPr>
          <p:cNvPr id="6" name="Footer Placeholder 5">
            <a:extLst>
              <a:ext uri="{FF2B5EF4-FFF2-40B4-BE49-F238E27FC236}">
                <a16:creationId xmlns:a16="http://schemas.microsoft.com/office/drawing/2014/main" id="{B38FCD14-3ECB-B267-EF50-14E586AF14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40295D-C7B2-D0C6-CF84-2B2599FE938E}"/>
              </a:ext>
            </a:extLst>
          </p:cNvPr>
          <p:cNvSpPr>
            <a:spLocks noGrp="1"/>
          </p:cNvSpPr>
          <p:nvPr>
            <p:ph type="sldNum" sz="quarter" idx="12"/>
          </p:nvPr>
        </p:nvSpPr>
        <p:spPr/>
        <p:txBody>
          <a:bodyPr/>
          <a:lstStyle/>
          <a:p>
            <a:fld id="{A47EDBDF-01FE-E14D-AF08-096C5835BC44}" type="slidenum">
              <a:rPr lang="en-US" smtClean="0"/>
              <a:t>‹#›</a:t>
            </a:fld>
            <a:endParaRPr lang="en-US"/>
          </a:p>
        </p:txBody>
      </p:sp>
    </p:spTree>
    <p:extLst>
      <p:ext uri="{BB962C8B-B14F-4D97-AF65-F5344CB8AC3E}">
        <p14:creationId xmlns:p14="http://schemas.microsoft.com/office/powerpoint/2010/main" val="4950052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35493-CCC0-47B9-FF83-7F7979D2EF9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72D399-BC75-2B3C-48FD-F948EC2BE5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60A3A4-DC70-F3AE-330A-ED47E544A8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732F50-3787-A639-8D25-CF6EB5A7A8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8C6511-7BFB-8564-F821-B6C5CB3B92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5C6FB1A-616B-CEC4-BACB-159E85D028AB}"/>
              </a:ext>
            </a:extLst>
          </p:cNvPr>
          <p:cNvSpPr>
            <a:spLocks noGrp="1"/>
          </p:cNvSpPr>
          <p:nvPr>
            <p:ph type="dt" sz="half" idx="10"/>
          </p:nvPr>
        </p:nvSpPr>
        <p:spPr/>
        <p:txBody>
          <a:bodyPr/>
          <a:lstStyle/>
          <a:p>
            <a:fld id="{2670A829-0F52-6049-BA58-BC04CD4DB0D0}" type="datetime1">
              <a:rPr lang="en-US" smtClean="0"/>
              <a:t>4/14/26</a:t>
            </a:fld>
            <a:endParaRPr lang="en-US"/>
          </a:p>
        </p:txBody>
      </p:sp>
      <p:sp>
        <p:nvSpPr>
          <p:cNvPr id="8" name="Footer Placeholder 7">
            <a:extLst>
              <a:ext uri="{FF2B5EF4-FFF2-40B4-BE49-F238E27FC236}">
                <a16:creationId xmlns:a16="http://schemas.microsoft.com/office/drawing/2014/main" id="{360259F9-E2F2-FB79-DC0E-6940599836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FE0722-8354-AD04-7A67-577A484F58A0}"/>
              </a:ext>
            </a:extLst>
          </p:cNvPr>
          <p:cNvSpPr>
            <a:spLocks noGrp="1"/>
          </p:cNvSpPr>
          <p:nvPr>
            <p:ph type="sldNum" sz="quarter" idx="12"/>
          </p:nvPr>
        </p:nvSpPr>
        <p:spPr/>
        <p:txBody>
          <a:bodyPr/>
          <a:lstStyle/>
          <a:p>
            <a:fld id="{A47EDBDF-01FE-E14D-AF08-096C5835BC44}" type="slidenum">
              <a:rPr lang="en-US" smtClean="0"/>
              <a:t>‹#›</a:t>
            </a:fld>
            <a:endParaRPr lang="en-US"/>
          </a:p>
        </p:txBody>
      </p:sp>
    </p:spTree>
    <p:extLst>
      <p:ext uri="{BB962C8B-B14F-4D97-AF65-F5344CB8AC3E}">
        <p14:creationId xmlns:p14="http://schemas.microsoft.com/office/powerpoint/2010/main" val="16170778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1980B-4BD5-00D9-A931-5C82FF77D5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BE22A4-B70E-0A26-5AEC-10A0EFCE4114}"/>
              </a:ext>
            </a:extLst>
          </p:cNvPr>
          <p:cNvSpPr>
            <a:spLocks noGrp="1"/>
          </p:cNvSpPr>
          <p:nvPr>
            <p:ph type="dt" sz="half" idx="10"/>
          </p:nvPr>
        </p:nvSpPr>
        <p:spPr/>
        <p:txBody>
          <a:bodyPr/>
          <a:lstStyle/>
          <a:p>
            <a:fld id="{54CAB73E-906E-334E-A6F4-CE5EA889D2DD}" type="datetime1">
              <a:rPr lang="en-US" smtClean="0"/>
              <a:t>4/14/26</a:t>
            </a:fld>
            <a:endParaRPr lang="en-US"/>
          </a:p>
        </p:txBody>
      </p:sp>
      <p:sp>
        <p:nvSpPr>
          <p:cNvPr id="4" name="Footer Placeholder 3">
            <a:extLst>
              <a:ext uri="{FF2B5EF4-FFF2-40B4-BE49-F238E27FC236}">
                <a16:creationId xmlns:a16="http://schemas.microsoft.com/office/drawing/2014/main" id="{F9412A91-4E45-A00C-4A13-9D9AFD8264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3C8BE6A-23FA-20FB-2522-615C124A36E2}"/>
              </a:ext>
            </a:extLst>
          </p:cNvPr>
          <p:cNvSpPr>
            <a:spLocks noGrp="1"/>
          </p:cNvSpPr>
          <p:nvPr>
            <p:ph type="sldNum" sz="quarter" idx="12"/>
          </p:nvPr>
        </p:nvSpPr>
        <p:spPr/>
        <p:txBody>
          <a:bodyPr/>
          <a:lstStyle/>
          <a:p>
            <a:fld id="{A47EDBDF-01FE-E14D-AF08-096C5835BC44}" type="slidenum">
              <a:rPr lang="en-US" smtClean="0"/>
              <a:t>‹#›</a:t>
            </a:fld>
            <a:endParaRPr lang="en-US"/>
          </a:p>
        </p:txBody>
      </p:sp>
    </p:spTree>
    <p:extLst>
      <p:ext uri="{BB962C8B-B14F-4D97-AF65-F5344CB8AC3E}">
        <p14:creationId xmlns:p14="http://schemas.microsoft.com/office/powerpoint/2010/main" val="5953723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83392D-2594-CF97-FD94-2DC0C14D762B}"/>
              </a:ext>
            </a:extLst>
          </p:cNvPr>
          <p:cNvSpPr>
            <a:spLocks noGrp="1"/>
          </p:cNvSpPr>
          <p:nvPr>
            <p:ph type="dt" sz="half" idx="10"/>
          </p:nvPr>
        </p:nvSpPr>
        <p:spPr/>
        <p:txBody>
          <a:bodyPr/>
          <a:lstStyle/>
          <a:p>
            <a:fld id="{40E0E9C5-CE69-A24A-B272-9A5552438C24}" type="datetime1">
              <a:rPr lang="en-US" smtClean="0"/>
              <a:t>4/14/26</a:t>
            </a:fld>
            <a:endParaRPr lang="en-US"/>
          </a:p>
        </p:txBody>
      </p:sp>
      <p:sp>
        <p:nvSpPr>
          <p:cNvPr id="3" name="Footer Placeholder 2">
            <a:extLst>
              <a:ext uri="{FF2B5EF4-FFF2-40B4-BE49-F238E27FC236}">
                <a16:creationId xmlns:a16="http://schemas.microsoft.com/office/drawing/2014/main" id="{3685BC21-49E4-833E-04B2-48601EF359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44BD96-B082-BA95-0A10-8EF131EDE887}"/>
              </a:ext>
            </a:extLst>
          </p:cNvPr>
          <p:cNvSpPr>
            <a:spLocks noGrp="1"/>
          </p:cNvSpPr>
          <p:nvPr>
            <p:ph type="sldNum" sz="quarter" idx="12"/>
          </p:nvPr>
        </p:nvSpPr>
        <p:spPr/>
        <p:txBody>
          <a:bodyPr/>
          <a:lstStyle/>
          <a:p>
            <a:fld id="{A47EDBDF-01FE-E14D-AF08-096C5835BC44}" type="slidenum">
              <a:rPr lang="en-US" smtClean="0"/>
              <a:t>‹#›</a:t>
            </a:fld>
            <a:endParaRPr lang="en-US"/>
          </a:p>
        </p:txBody>
      </p:sp>
    </p:spTree>
    <p:extLst>
      <p:ext uri="{BB962C8B-B14F-4D97-AF65-F5344CB8AC3E}">
        <p14:creationId xmlns:p14="http://schemas.microsoft.com/office/powerpoint/2010/main" val="25006479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AA9A2-7FA4-E0BD-B714-BB622320CC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9DA038-D060-C559-3CD6-22CCFA35F6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487B1C-FAF2-87AD-6816-89E9587D8D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613783-6D69-CE0E-3948-7CF8857064A6}"/>
              </a:ext>
            </a:extLst>
          </p:cNvPr>
          <p:cNvSpPr>
            <a:spLocks noGrp="1"/>
          </p:cNvSpPr>
          <p:nvPr>
            <p:ph type="dt" sz="half" idx="10"/>
          </p:nvPr>
        </p:nvSpPr>
        <p:spPr/>
        <p:txBody>
          <a:bodyPr/>
          <a:lstStyle/>
          <a:p>
            <a:fld id="{95650EAF-C01F-BB4D-989E-7BFDF8A1B3EE}" type="datetime1">
              <a:rPr lang="en-US" smtClean="0"/>
              <a:t>4/14/26</a:t>
            </a:fld>
            <a:endParaRPr lang="en-US"/>
          </a:p>
        </p:txBody>
      </p:sp>
      <p:sp>
        <p:nvSpPr>
          <p:cNvPr id="6" name="Footer Placeholder 5">
            <a:extLst>
              <a:ext uri="{FF2B5EF4-FFF2-40B4-BE49-F238E27FC236}">
                <a16:creationId xmlns:a16="http://schemas.microsoft.com/office/drawing/2014/main" id="{60C60C82-788F-B629-9098-6230ED7B95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07BEE0-5AF4-1FCB-D896-4373612B30EB}"/>
              </a:ext>
            </a:extLst>
          </p:cNvPr>
          <p:cNvSpPr>
            <a:spLocks noGrp="1"/>
          </p:cNvSpPr>
          <p:nvPr>
            <p:ph type="sldNum" sz="quarter" idx="12"/>
          </p:nvPr>
        </p:nvSpPr>
        <p:spPr/>
        <p:txBody>
          <a:bodyPr/>
          <a:lstStyle/>
          <a:p>
            <a:fld id="{A47EDBDF-01FE-E14D-AF08-096C5835BC44}" type="slidenum">
              <a:rPr lang="en-US" smtClean="0"/>
              <a:t>‹#›</a:t>
            </a:fld>
            <a:endParaRPr lang="en-US"/>
          </a:p>
        </p:txBody>
      </p:sp>
    </p:spTree>
    <p:extLst>
      <p:ext uri="{BB962C8B-B14F-4D97-AF65-F5344CB8AC3E}">
        <p14:creationId xmlns:p14="http://schemas.microsoft.com/office/powerpoint/2010/main" val="22426253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96009-7132-998A-D788-4F2C5415AD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0EA8EE-CA62-3013-E26C-E34A3018BB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9EE479A-835D-47A3-63D8-18738C34BE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E71391-EB94-BEA5-536A-78F37CF683B7}"/>
              </a:ext>
            </a:extLst>
          </p:cNvPr>
          <p:cNvSpPr>
            <a:spLocks noGrp="1"/>
          </p:cNvSpPr>
          <p:nvPr>
            <p:ph type="dt" sz="half" idx="10"/>
          </p:nvPr>
        </p:nvSpPr>
        <p:spPr/>
        <p:txBody>
          <a:bodyPr/>
          <a:lstStyle/>
          <a:p>
            <a:fld id="{E5C93951-2A1C-2F4F-B7F5-17707BC57FFA}" type="datetime1">
              <a:rPr lang="en-US" smtClean="0"/>
              <a:t>4/14/26</a:t>
            </a:fld>
            <a:endParaRPr lang="en-US"/>
          </a:p>
        </p:txBody>
      </p:sp>
      <p:sp>
        <p:nvSpPr>
          <p:cNvPr id="6" name="Footer Placeholder 5">
            <a:extLst>
              <a:ext uri="{FF2B5EF4-FFF2-40B4-BE49-F238E27FC236}">
                <a16:creationId xmlns:a16="http://schemas.microsoft.com/office/drawing/2014/main" id="{D45E5BE0-B3BA-71FB-C203-8F846E17D4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22D1CA-3202-F1ED-38E7-FE39448E471F}"/>
              </a:ext>
            </a:extLst>
          </p:cNvPr>
          <p:cNvSpPr>
            <a:spLocks noGrp="1"/>
          </p:cNvSpPr>
          <p:nvPr>
            <p:ph type="sldNum" sz="quarter" idx="12"/>
          </p:nvPr>
        </p:nvSpPr>
        <p:spPr/>
        <p:txBody>
          <a:bodyPr/>
          <a:lstStyle/>
          <a:p>
            <a:fld id="{A47EDBDF-01FE-E14D-AF08-096C5835BC44}" type="slidenum">
              <a:rPr lang="en-US" smtClean="0"/>
              <a:t>‹#›</a:t>
            </a:fld>
            <a:endParaRPr lang="en-US"/>
          </a:p>
        </p:txBody>
      </p:sp>
    </p:spTree>
    <p:extLst>
      <p:ext uri="{BB962C8B-B14F-4D97-AF65-F5344CB8AC3E}">
        <p14:creationId xmlns:p14="http://schemas.microsoft.com/office/powerpoint/2010/main" val="26178594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926E2-579B-D265-3B69-CF4C7BDEFE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F10410-2547-B97E-59B2-92CBC81129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0A229A-E487-B511-FABA-510C3FEED229}"/>
              </a:ext>
            </a:extLst>
          </p:cNvPr>
          <p:cNvSpPr>
            <a:spLocks noGrp="1"/>
          </p:cNvSpPr>
          <p:nvPr>
            <p:ph type="dt" sz="half" idx="10"/>
          </p:nvPr>
        </p:nvSpPr>
        <p:spPr/>
        <p:txBody>
          <a:bodyPr/>
          <a:lstStyle/>
          <a:p>
            <a:fld id="{EA08DDF1-058D-904E-B04C-A14BAAC28561}" type="datetime1">
              <a:rPr lang="en-US" smtClean="0"/>
              <a:t>4/14/26</a:t>
            </a:fld>
            <a:endParaRPr lang="en-US"/>
          </a:p>
        </p:txBody>
      </p:sp>
      <p:sp>
        <p:nvSpPr>
          <p:cNvPr id="5" name="Footer Placeholder 4">
            <a:extLst>
              <a:ext uri="{FF2B5EF4-FFF2-40B4-BE49-F238E27FC236}">
                <a16:creationId xmlns:a16="http://schemas.microsoft.com/office/drawing/2014/main" id="{A295A6D9-E573-70F6-52DC-0624C8FE6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2BB6F1-7F73-23D2-4BB5-034881C3DCF6}"/>
              </a:ext>
            </a:extLst>
          </p:cNvPr>
          <p:cNvSpPr>
            <a:spLocks noGrp="1"/>
          </p:cNvSpPr>
          <p:nvPr>
            <p:ph type="sldNum" sz="quarter" idx="12"/>
          </p:nvPr>
        </p:nvSpPr>
        <p:spPr/>
        <p:txBody>
          <a:bodyPr/>
          <a:lstStyle/>
          <a:p>
            <a:fld id="{A47EDBDF-01FE-E14D-AF08-096C5835BC44}" type="slidenum">
              <a:rPr lang="en-US" smtClean="0"/>
              <a:t>‹#›</a:t>
            </a:fld>
            <a:endParaRPr lang="en-US"/>
          </a:p>
        </p:txBody>
      </p:sp>
    </p:spTree>
    <p:extLst>
      <p:ext uri="{BB962C8B-B14F-4D97-AF65-F5344CB8AC3E}">
        <p14:creationId xmlns:p14="http://schemas.microsoft.com/office/powerpoint/2010/main" val="17705118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EE1A17-2E3A-BBC1-5237-F19A34B0662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73012E-B535-210C-AD0C-5AD7B549FC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17FB25-D0DB-2E26-73F5-626AAE21A09F}"/>
              </a:ext>
            </a:extLst>
          </p:cNvPr>
          <p:cNvSpPr>
            <a:spLocks noGrp="1"/>
          </p:cNvSpPr>
          <p:nvPr>
            <p:ph type="dt" sz="half" idx="10"/>
          </p:nvPr>
        </p:nvSpPr>
        <p:spPr/>
        <p:txBody>
          <a:bodyPr/>
          <a:lstStyle/>
          <a:p>
            <a:fld id="{0E59F33A-BB7A-244F-B260-59BBDF985957}" type="datetime1">
              <a:rPr lang="en-US" smtClean="0"/>
              <a:t>4/14/26</a:t>
            </a:fld>
            <a:endParaRPr lang="en-US"/>
          </a:p>
        </p:txBody>
      </p:sp>
      <p:sp>
        <p:nvSpPr>
          <p:cNvPr id="5" name="Footer Placeholder 4">
            <a:extLst>
              <a:ext uri="{FF2B5EF4-FFF2-40B4-BE49-F238E27FC236}">
                <a16:creationId xmlns:a16="http://schemas.microsoft.com/office/drawing/2014/main" id="{341CD1E8-1659-91C5-5363-7535756AE2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B579F2-1B93-A113-435C-E781577AB8E6}"/>
              </a:ext>
            </a:extLst>
          </p:cNvPr>
          <p:cNvSpPr>
            <a:spLocks noGrp="1"/>
          </p:cNvSpPr>
          <p:nvPr>
            <p:ph type="sldNum" sz="quarter" idx="12"/>
          </p:nvPr>
        </p:nvSpPr>
        <p:spPr/>
        <p:txBody>
          <a:bodyPr/>
          <a:lstStyle/>
          <a:p>
            <a:fld id="{A47EDBDF-01FE-E14D-AF08-096C5835BC44}" type="slidenum">
              <a:rPr lang="en-US" smtClean="0"/>
              <a:t>‹#›</a:t>
            </a:fld>
            <a:endParaRPr lang="en-US"/>
          </a:p>
        </p:txBody>
      </p:sp>
    </p:spTree>
    <p:extLst>
      <p:ext uri="{BB962C8B-B14F-4D97-AF65-F5344CB8AC3E}">
        <p14:creationId xmlns:p14="http://schemas.microsoft.com/office/powerpoint/2010/main" val="2507735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4B431F-990C-6444-A50E-AF4209A6F0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D259EE-6BB3-0847-940D-0D4AC2B1EF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1A6600-947A-4E48-BBEF-A257AA21AC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447C9B-9B62-3C42-8711-B74EC18B733C}" type="datetime1">
              <a:rPr lang="en-US" smtClean="0"/>
              <a:t>4/14/26</a:t>
            </a:fld>
            <a:endParaRPr lang="en-US"/>
          </a:p>
        </p:txBody>
      </p:sp>
      <p:sp>
        <p:nvSpPr>
          <p:cNvPr id="5" name="Footer Placeholder 4">
            <a:extLst>
              <a:ext uri="{FF2B5EF4-FFF2-40B4-BE49-F238E27FC236}">
                <a16:creationId xmlns:a16="http://schemas.microsoft.com/office/drawing/2014/main" id="{61F3EC62-B2E4-A943-848C-ED5E2AED30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09CF61-F82F-814D-BBC9-70BC3A929D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D8A776-6538-5648-A668-0309365E34FA}" type="slidenum">
              <a:rPr lang="en-US" smtClean="0"/>
              <a:t>‹#›</a:t>
            </a:fld>
            <a:endParaRPr lang="en-US"/>
          </a:p>
        </p:txBody>
      </p:sp>
    </p:spTree>
    <p:extLst>
      <p:ext uri="{BB962C8B-B14F-4D97-AF65-F5344CB8AC3E}">
        <p14:creationId xmlns:p14="http://schemas.microsoft.com/office/powerpoint/2010/main" val="14099531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9E79C6-1768-87E4-DFC4-ACC39A6F6C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18A59DC-C5BB-9B39-52B9-045B9BBBCF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BC7D9D-4573-E2B4-6708-AC0667E4F4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E0C01D-2A68-F548-91D7-9F90A493C36C}" type="datetime1">
              <a:rPr lang="en-US" smtClean="0"/>
              <a:t>4/14/26</a:t>
            </a:fld>
            <a:endParaRPr lang="en-US"/>
          </a:p>
        </p:txBody>
      </p:sp>
      <p:sp>
        <p:nvSpPr>
          <p:cNvPr id="5" name="Footer Placeholder 4">
            <a:extLst>
              <a:ext uri="{FF2B5EF4-FFF2-40B4-BE49-F238E27FC236}">
                <a16:creationId xmlns:a16="http://schemas.microsoft.com/office/drawing/2014/main" id="{F159B382-9D9B-5EFE-DD16-9FED454061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04AC0B-4FD5-F2C9-06DD-9E464D21E3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47EDBDF-01FE-E14D-AF08-096C5835BC44}" type="slidenum">
              <a:rPr lang="en-US" smtClean="0"/>
              <a:t>‹#›</a:t>
            </a:fld>
            <a:endParaRPr lang="en-US"/>
          </a:p>
        </p:txBody>
      </p:sp>
    </p:spTree>
    <p:extLst>
      <p:ext uri="{BB962C8B-B14F-4D97-AF65-F5344CB8AC3E}">
        <p14:creationId xmlns:p14="http://schemas.microsoft.com/office/powerpoint/2010/main" val="10382575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11.png"/><Relationship Id="rId18" Type="http://schemas.openxmlformats.org/officeDocument/2006/relationships/image" Target="../media/image16.png"/><Relationship Id="rId26" Type="http://schemas.openxmlformats.org/officeDocument/2006/relationships/image" Target="../media/image24.png"/><Relationship Id="rId3" Type="http://schemas.openxmlformats.org/officeDocument/2006/relationships/image" Target="../media/image110.png"/><Relationship Id="rId21" Type="http://schemas.openxmlformats.org/officeDocument/2006/relationships/image" Target="../media/image19.png"/><Relationship Id="rId7" Type="http://schemas.openxmlformats.org/officeDocument/2006/relationships/image" Target="../media/image9.png"/><Relationship Id="rId12" Type="http://schemas.openxmlformats.org/officeDocument/2006/relationships/image" Target="../media/image10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90.png"/><Relationship Id="rId24" Type="http://schemas.openxmlformats.org/officeDocument/2006/relationships/image" Target="../media/image22.png"/><Relationship Id="rId5" Type="http://schemas.openxmlformats.org/officeDocument/2006/relationships/image" Target="../media/image8.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11.png"/><Relationship Id="rId19" Type="http://schemas.openxmlformats.org/officeDocument/2006/relationships/image" Target="../media/image17.png"/><Relationship Id="rId4" Type="http://schemas.openxmlformats.org/officeDocument/2006/relationships/image" Target="../media/image210.png"/><Relationship Id="rId9" Type="http://schemas.openxmlformats.org/officeDocument/2006/relationships/image" Target="../media/image70.png"/><Relationship Id="rId14" Type="http://schemas.openxmlformats.org/officeDocument/2006/relationships/image" Target="../media/image12.png"/><Relationship Id="rId22"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3.png"/><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hyperlink" Target="https://en.wikipedia.org/wiki/Generation" TargetMode="External"/><Relationship Id="rId7" Type="http://schemas.openxmlformats.org/officeDocument/2006/relationships/diagramColors" Target="../diagrams/colors2.xml"/><Relationship Id="rId2" Type="http://schemas.openxmlformats.org/officeDocument/2006/relationships/image" Target="../media/image7.jpeg"/><Relationship Id="rId1" Type="http://schemas.openxmlformats.org/officeDocument/2006/relationships/slideLayout" Target="../slideLayouts/slideLayout1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7.jpe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2" Type="http://schemas.openxmlformats.org/officeDocument/2006/relationships/hyperlink" Target="https://dceg.cancer.gov/tools/analysis/apc"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Freeform: Shape 2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1" name="Freeform: Shape 3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39B0C508-179A-9E4D-B011-864FB3BA9A16}"/>
              </a:ext>
            </a:extLst>
          </p:cNvPr>
          <p:cNvSpPr txBox="1"/>
          <p:nvPr/>
        </p:nvSpPr>
        <p:spPr>
          <a:xfrm>
            <a:off x="1524003" y="1999615"/>
            <a:ext cx="9144000" cy="276402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7200" b="1" kern="1200" dirty="0">
                <a:solidFill>
                  <a:srgbClr val="0070C0"/>
                </a:solidFill>
                <a:latin typeface="+mj-lt"/>
                <a:ea typeface="+mj-ea"/>
                <a:cs typeface="+mj-cs"/>
              </a:rPr>
              <a:t>(2) The Lexis Diagram</a:t>
            </a:r>
          </a:p>
        </p:txBody>
      </p:sp>
      <p:sp>
        <p:nvSpPr>
          <p:cNvPr id="33" name="Rectangle 3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53D99201-D6F8-EB4D-AA2C-41C3CB222454}"/>
              </a:ext>
            </a:extLst>
          </p:cNvPr>
          <p:cNvSpPr>
            <a:spLocks noGrp="1"/>
          </p:cNvSpPr>
          <p:nvPr>
            <p:ph type="sldNum" sz="quarter" idx="12"/>
          </p:nvPr>
        </p:nvSpPr>
        <p:spPr/>
        <p:txBody>
          <a:bodyPr/>
          <a:lstStyle/>
          <a:p>
            <a:fld id="{A2D8A776-6538-5648-A668-0309365E34FA}" type="slidenum">
              <a:rPr lang="en-US" smtClean="0"/>
              <a:t>1</a:t>
            </a:fld>
            <a:endParaRPr lang="en-US"/>
          </a:p>
        </p:txBody>
      </p:sp>
    </p:spTree>
    <p:extLst>
      <p:ext uri="{BB962C8B-B14F-4D97-AF65-F5344CB8AC3E}">
        <p14:creationId xmlns:p14="http://schemas.microsoft.com/office/powerpoint/2010/main" val="868092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D545086-F380-DC47-A403-45971CC662F2}"/>
              </a:ext>
            </a:extLst>
          </p:cNvPr>
          <p:cNvSpPr txBox="1"/>
          <p:nvPr/>
        </p:nvSpPr>
        <p:spPr>
          <a:xfrm>
            <a:off x="1302385" y="2091645"/>
            <a:ext cx="9727565" cy="2800395"/>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4000" dirty="0"/>
              <a:t>The Lexis diagram is a fundamental construct in epidemiology, demography, and sociology.</a:t>
            </a:r>
          </a:p>
        </p:txBody>
      </p:sp>
      <p:sp>
        <p:nvSpPr>
          <p:cNvPr id="2" name="Slide Number Placeholder 1">
            <a:extLst>
              <a:ext uri="{FF2B5EF4-FFF2-40B4-BE49-F238E27FC236}">
                <a16:creationId xmlns:a16="http://schemas.microsoft.com/office/drawing/2014/main" id="{272A874F-DD89-4342-8F61-86C137673B69}"/>
              </a:ext>
            </a:extLst>
          </p:cNvPr>
          <p:cNvSpPr>
            <a:spLocks noGrp="1"/>
          </p:cNvSpPr>
          <p:nvPr>
            <p:ph type="sldNum" sz="quarter" idx="12"/>
          </p:nvPr>
        </p:nvSpPr>
        <p:spPr>
          <a:xfrm>
            <a:off x="9683496" y="4892040"/>
            <a:ext cx="1673352" cy="1005840"/>
          </a:xfrm>
        </p:spPr>
        <p:txBody>
          <a:bodyPr vert="horz" lIns="91440" tIns="45720" rIns="91440" bIns="45720" rtlCol="0" anchor="ctr">
            <a:normAutofit/>
          </a:bodyPr>
          <a:lstStyle/>
          <a:p>
            <a:pPr>
              <a:lnSpc>
                <a:spcPct val="90000"/>
              </a:lnSpc>
              <a:spcAft>
                <a:spcPts val="600"/>
              </a:spcAft>
            </a:pPr>
            <a:fld id="{A2D8A776-6538-5648-A668-0309365E34FA}" type="slidenum">
              <a:rPr lang="en-US" sz="6600">
                <a:solidFill>
                  <a:srgbClr val="FFFFFF"/>
                </a:solidFill>
              </a:rPr>
              <a:pPr>
                <a:lnSpc>
                  <a:spcPct val="90000"/>
                </a:lnSpc>
                <a:spcAft>
                  <a:spcPts val="600"/>
                </a:spcAft>
              </a:pPr>
              <a:t>2</a:t>
            </a:fld>
            <a:endParaRPr lang="en-US" sz="6600">
              <a:solidFill>
                <a:srgbClr val="FFFFFF"/>
              </a:solidFill>
            </a:endParaRPr>
          </a:p>
        </p:txBody>
      </p:sp>
    </p:spTree>
    <p:extLst>
      <p:ext uri="{BB962C8B-B14F-4D97-AF65-F5344CB8AC3E}">
        <p14:creationId xmlns:p14="http://schemas.microsoft.com/office/powerpoint/2010/main" val="3392860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ight Triangle 34">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8E9B9FA-1B30-3140-AA4F-96E76414A8E2}"/>
              </a:ext>
            </a:extLst>
          </p:cNvPr>
          <p:cNvSpPr/>
          <p:nvPr/>
        </p:nvSpPr>
        <p:spPr>
          <a:xfrm>
            <a:off x="1075767" y="1188637"/>
            <a:ext cx="2988234" cy="4480726"/>
          </a:xfrm>
          <a:prstGeom prst="rect">
            <a:avLst/>
          </a:prstGeom>
        </p:spPr>
        <p:txBody>
          <a:bodyPr vert="horz" lIns="91440" tIns="45720" rIns="91440" bIns="45720" rtlCol="0" anchor="ctr">
            <a:normAutofit/>
          </a:bodyPr>
          <a:lstStyle/>
          <a:p>
            <a:pPr algn="r">
              <a:lnSpc>
                <a:spcPct val="90000"/>
              </a:lnSpc>
              <a:spcBef>
                <a:spcPct val="0"/>
              </a:spcBef>
              <a:spcAft>
                <a:spcPts val="600"/>
              </a:spcAft>
            </a:pPr>
            <a:r>
              <a:rPr lang="en-US" sz="6600" kern="1200">
                <a:solidFill>
                  <a:schemeClr val="tx1"/>
                </a:solidFill>
                <a:latin typeface="+mj-lt"/>
                <a:ea typeface="+mj-ea"/>
                <a:cs typeface="+mj-cs"/>
              </a:rPr>
              <a:t>The Basic Idea</a:t>
            </a:r>
          </a:p>
        </p:txBody>
      </p:sp>
      <p:cxnSp>
        <p:nvCxnSpPr>
          <p:cNvPr id="47" name="Straight Connector 46">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847DBF0C-860D-944E-827B-41DA5EE82310}"/>
              </a:ext>
            </a:extLst>
          </p:cNvPr>
          <p:cNvSpPr/>
          <p:nvPr/>
        </p:nvSpPr>
        <p:spPr>
          <a:xfrm>
            <a:off x="5255260" y="1648870"/>
            <a:ext cx="4702848" cy="356026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400"/>
              <a:t>A Lexis diagram is a rectangular grid of square cells with age along one axis and calendar period along the other. Individuals from a surveilled population contribute person-years and events (births, deaths, cancers, etc.) to each cell. </a:t>
            </a:r>
          </a:p>
        </p:txBody>
      </p:sp>
      <p:sp>
        <p:nvSpPr>
          <p:cNvPr id="2" name="Slide Number Placeholder 1">
            <a:extLst>
              <a:ext uri="{FF2B5EF4-FFF2-40B4-BE49-F238E27FC236}">
                <a16:creationId xmlns:a16="http://schemas.microsoft.com/office/drawing/2014/main" id="{EE1DBAD2-9C53-8443-9FA2-58AB3959DE1B}"/>
              </a:ext>
            </a:extLst>
          </p:cNvPr>
          <p:cNvSpPr>
            <a:spLocks noGrp="1"/>
          </p:cNvSpPr>
          <p:nvPr>
            <p:ph type="sldNum" sz="quarter" idx="12"/>
          </p:nvPr>
        </p:nvSpPr>
        <p:spPr>
          <a:xfrm>
            <a:off x="9683496" y="4892040"/>
            <a:ext cx="1673352" cy="1005840"/>
          </a:xfrm>
        </p:spPr>
        <p:txBody>
          <a:bodyPr vert="horz" lIns="91440" tIns="45720" rIns="91440" bIns="45720" rtlCol="0" anchor="ctr">
            <a:normAutofit/>
          </a:bodyPr>
          <a:lstStyle/>
          <a:p>
            <a:pPr>
              <a:lnSpc>
                <a:spcPct val="90000"/>
              </a:lnSpc>
              <a:spcAft>
                <a:spcPts val="600"/>
              </a:spcAft>
            </a:pPr>
            <a:fld id="{A2D8A776-6538-5648-A668-0309365E34FA}" type="slidenum">
              <a:rPr lang="en-US" sz="6600">
                <a:solidFill>
                  <a:srgbClr val="FFFFFF"/>
                </a:solidFill>
              </a:rPr>
              <a:pPr>
                <a:lnSpc>
                  <a:spcPct val="90000"/>
                </a:lnSpc>
                <a:spcAft>
                  <a:spcPts val="600"/>
                </a:spcAft>
              </a:pPr>
              <a:t>3</a:t>
            </a:fld>
            <a:endParaRPr lang="en-US" sz="6600">
              <a:solidFill>
                <a:srgbClr val="FFFFFF"/>
              </a:solidFill>
            </a:endParaRPr>
          </a:p>
        </p:txBody>
      </p:sp>
    </p:spTree>
    <p:extLst>
      <p:ext uri="{BB962C8B-B14F-4D97-AF65-F5344CB8AC3E}">
        <p14:creationId xmlns:p14="http://schemas.microsoft.com/office/powerpoint/2010/main" val="1263311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521C4EA8-6B83-4338-913D-D75D3C4F3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099A3F9A-7D66-D47C-E76B-1C458CC8CEB6}"/>
              </a:ext>
            </a:extLst>
          </p:cNvPr>
          <p:cNvSpPr>
            <a:spLocks noGrp="1"/>
          </p:cNvSpPr>
          <p:nvPr>
            <p:ph type="title"/>
          </p:nvPr>
        </p:nvSpPr>
        <p:spPr>
          <a:xfrm>
            <a:off x="337497" y="679731"/>
            <a:ext cx="3124151" cy="3736540"/>
          </a:xfrm>
        </p:spPr>
        <p:txBody>
          <a:bodyPr vert="horz" lIns="91440" tIns="45720" rIns="91440" bIns="45720" rtlCol="0" anchor="b">
            <a:normAutofit/>
          </a:bodyPr>
          <a:lstStyle/>
          <a:p>
            <a:r>
              <a:rPr lang="en-US" sz="4600"/>
              <a:t>Lexis Diagrams from SEERStat</a:t>
            </a:r>
          </a:p>
        </p:txBody>
      </p:sp>
      <p:grpSp>
        <p:nvGrpSpPr>
          <p:cNvPr id="27" name="Group 26">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28" name="Straight Connector 27">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1084" y="679731"/>
            <a:ext cx="7682293" cy="56628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computer&#10;&#10;Description automatically generated">
            <a:extLst>
              <a:ext uri="{FF2B5EF4-FFF2-40B4-BE49-F238E27FC236}">
                <a16:creationId xmlns:a16="http://schemas.microsoft.com/office/drawing/2014/main" id="{3ED655CD-5EF0-E4AF-FF9C-A256D6A26E8D}"/>
              </a:ext>
            </a:extLst>
          </p:cNvPr>
          <p:cNvPicPr>
            <a:picLocks noChangeAspect="1"/>
          </p:cNvPicPr>
          <p:nvPr/>
        </p:nvPicPr>
        <p:blipFill>
          <a:blip r:embed="rId2"/>
          <a:srcRect t="14044"/>
          <a:stretch/>
        </p:blipFill>
        <p:spPr>
          <a:xfrm>
            <a:off x="7879836" y="1885950"/>
            <a:ext cx="3383280" cy="3903548"/>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5E0F6F10-BD5B-1198-0972-F57964732CEA}"/>
              </a:ext>
            </a:extLst>
          </p:cNvPr>
          <p:cNvPicPr>
            <a:picLocks noChangeAspect="1"/>
          </p:cNvPicPr>
          <p:nvPr/>
        </p:nvPicPr>
        <p:blipFill>
          <a:blip r:embed="rId3"/>
          <a:srcRect t="23827"/>
          <a:stretch/>
        </p:blipFill>
        <p:spPr>
          <a:xfrm>
            <a:off x="3850736" y="1845946"/>
            <a:ext cx="3936903" cy="3820180"/>
          </a:xfrm>
          <a:prstGeom prst="rect">
            <a:avLst/>
          </a:prstGeom>
        </p:spPr>
      </p:pic>
      <p:sp>
        <p:nvSpPr>
          <p:cNvPr id="2" name="Slide Number Placeholder 1">
            <a:extLst>
              <a:ext uri="{FF2B5EF4-FFF2-40B4-BE49-F238E27FC236}">
                <a16:creationId xmlns:a16="http://schemas.microsoft.com/office/drawing/2014/main" id="{D300725C-E5A7-4AA3-78E2-E6F03DA88E49}"/>
              </a:ext>
            </a:extLst>
          </p:cNvPr>
          <p:cNvSpPr>
            <a:spLocks noGrp="1"/>
          </p:cNvSpPr>
          <p:nvPr>
            <p:ph type="sldNum" sz="quarter" idx="12"/>
          </p:nvPr>
        </p:nvSpPr>
        <p:spPr>
          <a:xfrm>
            <a:off x="10457411" y="6492240"/>
            <a:ext cx="1045966" cy="365760"/>
          </a:xfrm>
        </p:spPr>
        <p:txBody>
          <a:bodyPr vert="horz" lIns="91440" tIns="45720" rIns="91440" bIns="45720" rtlCol="0" anchor="ctr">
            <a:normAutofit/>
          </a:bodyPr>
          <a:lstStyle/>
          <a:p>
            <a:pPr>
              <a:spcAft>
                <a:spcPts val="600"/>
              </a:spcAft>
            </a:pPr>
            <a:fld id="{A2D8A776-6538-5648-A668-0309365E34FA}" type="slidenum">
              <a:rPr lang="en-US"/>
              <a:pPr>
                <a:spcAft>
                  <a:spcPts val="600"/>
                </a:spcAft>
              </a:pPr>
              <a:t>4</a:t>
            </a:fld>
            <a:endParaRPr lang="en-US"/>
          </a:p>
        </p:txBody>
      </p:sp>
      <p:sp>
        <p:nvSpPr>
          <p:cNvPr id="10" name="TextBox 9">
            <a:extLst>
              <a:ext uri="{FF2B5EF4-FFF2-40B4-BE49-F238E27FC236}">
                <a16:creationId xmlns:a16="http://schemas.microsoft.com/office/drawing/2014/main" id="{A78C27B3-8A58-8FC6-EA08-4E9C14A730D5}"/>
              </a:ext>
            </a:extLst>
          </p:cNvPr>
          <p:cNvSpPr txBox="1"/>
          <p:nvPr/>
        </p:nvSpPr>
        <p:spPr>
          <a:xfrm>
            <a:off x="6069330" y="5827841"/>
            <a:ext cx="4574779" cy="369332"/>
          </a:xfrm>
          <a:prstGeom prst="rect">
            <a:avLst/>
          </a:prstGeom>
          <a:noFill/>
        </p:spPr>
        <p:txBody>
          <a:bodyPr wrap="none" rtlCol="0">
            <a:spAutoFit/>
          </a:bodyPr>
          <a:lstStyle/>
          <a:p>
            <a:r>
              <a:rPr lang="en-US" i="1" dirty="0">
                <a:solidFill>
                  <a:schemeClr val="tx1">
                    <a:lumMod val="50000"/>
                    <a:lumOff val="50000"/>
                  </a:schemeClr>
                </a:solidFill>
              </a:rPr>
              <a:t>Align by age group and year within stratum . . .</a:t>
            </a:r>
          </a:p>
        </p:txBody>
      </p:sp>
      <p:pic>
        <p:nvPicPr>
          <p:cNvPr id="13" name="Graphic 12" descr="Arrow: Rotate left outline">
            <a:extLst>
              <a:ext uri="{FF2B5EF4-FFF2-40B4-BE49-F238E27FC236}">
                <a16:creationId xmlns:a16="http://schemas.microsoft.com/office/drawing/2014/main" id="{C93C6244-352A-899F-5650-D7F5EDA22A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13714" y="5038011"/>
            <a:ext cx="914400" cy="1042743"/>
          </a:xfrm>
          <a:prstGeom prst="rect">
            <a:avLst/>
          </a:prstGeom>
        </p:spPr>
      </p:pic>
      <p:sp>
        <p:nvSpPr>
          <p:cNvPr id="15" name="TextBox 14">
            <a:extLst>
              <a:ext uri="{FF2B5EF4-FFF2-40B4-BE49-F238E27FC236}">
                <a16:creationId xmlns:a16="http://schemas.microsoft.com/office/drawing/2014/main" id="{837FB6E9-461B-16BD-0DC9-D6AC7D974763}"/>
              </a:ext>
            </a:extLst>
          </p:cNvPr>
          <p:cNvSpPr txBox="1"/>
          <p:nvPr/>
        </p:nvSpPr>
        <p:spPr>
          <a:xfrm>
            <a:off x="4561577" y="1007208"/>
            <a:ext cx="1519583" cy="369332"/>
          </a:xfrm>
          <a:prstGeom prst="rect">
            <a:avLst/>
          </a:prstGeom>
          <a:noFill/>
        </p:spPr>
        <p:txBody>
          <a:bodyPr wrap="none" rtlCol="0">
            <a:spAutoFit/>
          </a:bodyPr>
          <a:lstStyle/>
          <a:p>
            <a:r>
              <a:rPr lang="en-US" i="1" dirty="0">
                <a:solidFill>
                  <a:schemeClr val="tx1">
                    <a:lumMod val="50000"/>
                    <a:lumOff val="50000"/>
                  </a:schemeClr>
                </a:solidFill>
              </a:rPr>
              <a:t>Dictionary File</a:t>
            </a:r>
          </a:p>
        </p:txBody>
      </p:sp>
      <p:sp>
        <p:nvSpPr>
          <p:cNvPr id="17" name="TextBox 16">
            <a:extLst>
              <a:ext uri="{FF2B5EF4-FFF2-40B4-BE49-F238E27FC236}">
                <a16:creationId xmlns:a16="http://schemas.microsoft.com/office/drawing/2014/main" id="{C7B068DF-6625-5F69-5BC6-742B6EE785F8}"/>
              </a:ext>
            </a:extLst>
          </p:cNvPr>
          <p:cNvSpPr txBox="1"/>
          <p:nvPr/>
        </p:nvSpPr>
        <p:spPr>
          <a:xfrm>
            <a:off x="8051893" y="1009181"/>
            <a:ext cx="1440523" cy="369332"/>
          </a:xfrm>
          <a:prstGeom prst="rect">
            <a:avLst/>
          </a:prstGeom>
          <a:noFill/>
        </p:spPr>
        <p:txBody>
          <a:bodyPr wrap="none" rtlCol="0">
            <a:spAutoFit/>
          </a:bodyPr>
          <a:lstStyle/>
          <a:p>
            <a:r>
              <a:rPr lang="en-US" i="1" dirty="0">
                <a:solidFill>
                  <a:schemeClr val="tx1">
                    <a:lumMod val="50000"/>
                    <a:lumOff val="50000"/>
                  </a:schemeClr>
                </a:solidFill>
              </a:rPr>
              <a:t>Rates Session</a:t>
            </a:r>
          </a:p>
        </p:txBody>
      </p:sp>
      <p:sp>
        <p:nvSpPr>
          <p:cNvPr id="19" name="TextBox 18">
            <a:extLst>
              <a:ext uri="{FF2B5EF4-FFF2-40B4-BE49-F238E27FC236}">
                <a16:creationId xmlns:a16="http://schemas.microsoft.com/office/drawing/2014/main" id="{C11CCE26-948E-1A6E-5AB1-E6E27A5F25AB}"/>
              </a:ext>
            </a:extLst>
          </p:cNvPr>
          <p:cNvSpPr txBox="1"/>
          <p:nvPr/>
        </p:nvSpPr>
        <p:spPr>
          <a:xfrm>
            <a:off x="452436" y="4949190"/>
            <a:ext cx="2547685" cy="646331"/>
          </a:xfrm>
          <a:prstGeom prst="rect">
            <a:avLst/>
          </a:prstGeom>
          <a:noFill/>
        </p:spPr>
        <p:txBody>
          <a:bodyPr wrap="none" rtlCol="0">
            <a:spAutoFit/>
          </a:bodyPr>
          <a:lstStyle/>
          <a:p>
            <a:r>
              <a:rPr lang="en-US" i="1" dirty="0">
                <a:solidFill>
                  <a:schemeClr val="tx1">
                    <a:lumMod val="50000"/>
                    <a:lumOff val="50000"/>
                  </a:schemeClr>
                </a:solidFill>
              </a:rPr>
              <a:t>(Thanks to Quiera Booker</a:t>
            </a:r>
          </a:p>
          <a:p>
            <a:r>
              <a:rPr lang="en-US" i="1" dirty="0">
                <a:solidFill>
                  <a:schemeClr val="tx1">
                    <a:lumMod val="50000"/>
                    <a:lumOff val="50000"/>
                  </a:schemeClr>
                </a:solidFill>
              </a:rPr>
              <a:t>and Khushali Shah)</a:t>
            </a:r>
          </a:p>
        </p:txBody>
      </p:sp>
    </p:spTree>
    <p:extLst>
      <p:ext uri="{BB962C8B-B14F-4D97-AF65-F5344CB8AC3E}">
        <p14:creationId xmlns:p14="http://schemas.microsoft.com/office/powerpoint/2010/main" val="3990019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1650AF69-D249-51C9-8ECC-77B7456FF29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133" t="5817" r="6003" b="8771"/>
          <a:stretch>
            <a:fillRect/>
          </a:stretch>
        </p:blipFill>
        <p:spPr bwMode="auto">
          <a:xfrm>
            <a:off x="6415756" y="1141572"/>
            <a:ext cx="5233444" cy="508739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E1E5DB44-50CE-6F13-226D-8D24379206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765" t="2957" r="20858" b="9172"/>
          <a:stretch>
            <a:fillRect/>
          </a:stretch>
        </p:blipFill>
        <p:spPr bwMode="auto">
          <a:xfrm>
            <a:off x="1956637" y="650616"/>
            <a:ext cx="4072072" cy="602618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29ACDBA-FF80-0D43-84AE-8EA84D8463B3}"/>
              </a:ext>
            </a:extLst>
          </p:cNvPr>
          <p:cNvSpPr txBox="1"/>
          <p:nvPr/>
        </p:nvSpPr>
        <p:spPr>
          <a:xfrm>
            <a:off x="638092" y="16745"/>
            <a:ext cx="10933122" cy="584775"/>
          </a:xfrm>
          <a:prstGeom prst="rect">
            <a:avLst/>
          </a:prstGeom>
          <a:noFill/>
        </p:spPr>
        <p:txBody>
          <a:bodyPr wrap="none" rtlCol="0">
            <a:spAutoFit/>
          </a:bodyPr>
          <a:lstStyle/>
          <a:p>
            <a:pPr algn="ctr"/>
            <a:r>
              <a:rPr lang="en-US" sz="3200" b="1" dirty="0">
                <a:solidFill>
                  <a:srgbClr val="0070C0"/>
                </a:solidFill>
              </a:rPr>
              <a:t>Invasive Female Estrogen Receptor Positive (ER+) Breast Cancer</a:t>
            </a:r>
            <a:endParaRPr lang="en-US" sz="3600" b="1" dirty="0">
              <a:solidFill>
                <a:srgbClr val="0070C0"/>
              </a:solidFill>
            </a:endParaRPr>
          </a:p>
        </p:txBody>
      </p:sp>
      <p:cxnSp>
        <p:nvCxnSpPr>
          <p:cNvPr id="14" name="Straight Arrow Connector 13">
            <a:extLst>
              <a:ext uri="{FF2B5EF4-FFF2-40B4-BE49-F238E27FC236}">
                <a16:creationId xmlns:a16="http://schemas.microsoft.com/office/drawing/2014/main" id="{8072DC01-68F0-D546-89D6-D49C8AAEF422}"/>
              </a:ext>
            </a:extLst>
          </p:cNvPr>
          <p:cNvCxnSpPr>
            <a:cxnSpLocks/>
          </p:cNvCxnSpPr>
          <p:nvPr/>
        </p:nvCxnSpPr>
        <p:spPr>
          <a:xfrm>
            <a:off x="1594302" y="3025733"/>
            <a:ext cx="803935" cy="394901"/>
          </a:xfrm>
          <a:prstGeom prst="straightConnector1">
            <a:avLst/>
          </a:prstGeom>
          <a:ln w="25400" cap="rnd">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6D18904-0AAA-6343-B3C5-EC18AE48BE1D}"/>
              </a:ext>
            </a:extLst>
          </p:cNvPr>
          <p:cNvSpPr txBox="1"/>
          <p:nvPr/>
        </p:nvSpPr>
        <p:spPr>
          <a:xfrm>
            <a:off x="199718" y="2378760"/>
            <a:ext cx="1575751" cy="1200329"/>
          </a:xfrm>
          <a:prstGeom prst="rect">
            <a:avLst/>
          </a:prstGeom>
          <a:noFill/>
        </p:spPr>
        <p:txBody>
          <a:bodyPr wrap="none" rtlCol="0">
            <a:spAutoFit/>
          </a:bodyPr>
          <a:lstStyle/>
          <a:p>
            <a:pPr algn="ctr"/>
            <a:r>
              <a:rPr lang="en-US" dirty="0">
                <a:solidFill>
                  <a:schemeClr val="tx1">
                    <a:lumMod val="50000"/>
                    <a:lumOff val="50000"/>
                  </a:schemeClr>
                </a:solidFill>
              </a:rPr>
              <a:t>Age 63</a:t>
            </a:r>
            <a:r>
              <a:rPr lang="en-US" b="1" dirty="0">
                <a:solidFill>
                  <a:schemeClr val="tx1">
                    <a:lumMod val="50000"/>
                    <a:lumOff val="50000"/>
                  </a:schemeClr>
                </a:solidFill>
              </a:rPr>
              <a:t> </a:t>
            </a:r>
            <a:r>
              <a:rPr lang="en-US" dirty="0">
                <a:solidFill>
                  <a:schemeClr val="tx1">
                    <a:lumMod val="50000"/>
                    <a:lumOff val="50000"/>
                  </a:schemeClr>
                </a:solidFill>
              </a:rPr>
              <a:t>in 1994</a:t>
            </a:r>
          </a:p>
          <a:p>
            <a:pPr algn="ctr"/>
            <a:r>
              <a:rPr lang="en-US" b="1" dirty="0">
                <a:solidFill>
                  <a:schemeClr val="tx1">
                    <a:lumMod val="50000"/>
                    <a:lumOff val="50000"/>
                  </a:schemeClr>
                </a:solidFill>
              </a:rPr>
              <a:t>330</a:t>
            </a:r>
            <a:r>
              <a:rPr lang="en-US" dirty="0">
                <a:solidFill>
                  <a:schemeClr val="tx1">
                    <a:lumMod val="50000"/>
                    <a:lumOff val="50000"/>
                  </a:schemeClr>
                </a:solidFill>
              </a:rPr>
              <a:t> Cases</a:t>
            </a:r>
          </a:p>
          <a:p>
            <a:pPr algn="ctr"/>
            <a:r>
              <a:rPr lang="en-US" b="1" dirty="0">
                <a:solidFill>
                  <a:schemeClr val="tx1">
                    <a:lumMod val="50000"/>
                    <a:lumOff val="50000"/>
                  </a:schemeClr>
                </a:solidFill>
              </a:rPr>
              <a:t>96,932</a:t>
            </a:r>
            <a:r>
              <a:rPr lang="en-US" dirty="0">
                <a:solidFill>
                  <a:schemeClr val="tx1">
                    <a:lumMod val="50000"/>
                    <a:lumOff val="50000"/>
                  </a:schemeClr>
                </a:solidFill>
              </a:rPr>
              <a:t> WY</a:t>
            </a:r>
          </a:p>
          <a:p>
            <a:pPr algn="ctr"/>
            <a:r>
              <a:rPr lang="en-US" b="1" dirty="0">
                <a:highlight>
                  <a:srgbClr val="E0FF1E"/>
                </a:highlight>
              </a:rPr>
              <a:t>340</a:t>
            </a:r>
            <a:r>
              <a:rPr lang="en-US" dirty="0">
                <a:solidFill>
                  <a:schemeClr val="tx1">
                    <a:lumMod val="50000"/>
                    <a:lumOff val="50000"/>
                  </a:schemeClr>
                </a:solidFill>
              </a:rPr>
              <a:t> per 10</a:t>
            </a:r>
            <a:r>
              <a:rPr lang="en-US" baseline="30000" dirty="0">
                <a:solidFill>
                  <a:schemeClr val="tx1">
                    <a:lumMod val="50000"/>
                    <a:lumOff val="50000"/>
                  </a:schemeClr>
                </a:solidFill>
              </a:rPr>
              <a:t>5</a:t>
            </a:r>
            <a:endParaRPr lang="en-US" dirty="0">
              <a:solidFill>
                <a:schemeClr val="tx1">
                  <a:lumMod val="50000"/>
                  <a:lumOff val="50000"/>
                </a:schemeClr>
              </a:solidFill>
            </a:endParaRPr>
          </a:p>
        </p:txBody>
      </p:sp>
      <p:sp>
        <p:nvSpPr>
          <p:cNvPr id="20" name="Rounded Rectangle 19">
            <a:extLst>
              <a:ext uri="{FF2B5EF4-FFF2-40B4-BE49-F238E27FC236}">
                <a16:creationId xmlns:a16="http://schemas.microsoft.com/office/drawing/2014/main" id="{B7863DCE-B379-BD4B-976C-A4B0652DC643}"/>
              </a:ext>
            </a:extLst>
          </p:cNvPr>
          <p:cNvSpPr>
            <a:spLocks noChangeAspect="1"/>
          </p:cNvSpPr>
          <p:nvPr/>
        </p:nvSpPr>
        <p:spPr>
          <a:xfrm>
            <a:off x="2472774" y="3414497"/>
            <a:ext cx="164592" cy="164592"/>
          </a:xfrm>
          <a:prstGeom prst="roundRect">
            <a:avLst/>
          </a:prstGeom>
          <a:noFill/>
          <a:ln w="22225">
            <a:solidFill>
              <a:schemeClr val="tx1"/>
            </a:solidFill>
          </a:ln>
          <a:effectLst>
            <a:glow rad="228600">
              <a:srgbClr val="FFFF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9B3D83DE-E51C-D746-8BED-C4B1FAC9F33D}"/>
              </a:ext>
            </a:extLst>
          </p:cNvPr>
          <p:cNvSpPr>
            <a:spLocks noGrp="1"/>
          </p:cNvSpPr>
          <p:nvPr>
            <p:ph type="sldNum" sz="quarter" idx="12"/>
          </p:nvPr>
        </p:nvSpPr>
        <p:spPr>
          <a:xfrm>
            <a:off x="8610600" y="6474026"/>
            <a:ext cx="2743200" cy="365125"/>
          </a:xfrm>
        </p:spPr>
        <p:txBody>
          <a:bodyPr/>
          <a:lstStyle/>
          <a:p>
            <a:fld id="{A2D8A776-6538-5648-A668-0309365E34FA}" type="slidenum">
              <a:rPr lang="en-US" smtClean="0"/>
              <a:t>5</a:t>
            </a:fld>
            <a:endParaRPr lang="en-US"/>
          </a:p>
        </p:txBody>
      </p:sp>
      <p:sp>
        <p:nvSpPr>
          <p:cNvPr id="19" name="TextBox 18">
            <a:extLst>
              <a:ext uri="{FF2B5EF4-FFF2-40B4-BE49-F238E27FC236}">
                <a16:creationId xmlns:a16="http://schemas.microsoft.com/office/drawing/2014/main" id="{2230612C-00F2-024E-A51D-FBBECE1711CE}"/>
              </a:ext>
            </a:extLst>
          </p:cNvPr>
          <p:cNvSpPr txBox="1"/>
          <p:nvPr/>
        </p:nvSpPr>
        <p:spPr>
          <a:xfrm>
            <a:off x="6479880" y="705849"/>
            <a:ext cx="2052805" cy="892552"/>
          </a:xfrm>
          <a:prstGeom prst="rect">
            <a:avLst/>
          </a:prstGeom>
          <a:noFill/>
        </p:spPr>
        <p:txBody>
          <a:bodyPr wrap="none" rtlCol="0">
            <a:spAutoFit/>
          </a:bodyPr>
          <a:lstStyle/>
          <a:p>
            <a:pPr algn="ctr"/>
            <a:r>
              <a:rPr lang="en-US" sz="2800" b="1" dirty="0"/>
              <a:t>Surface Plot </a:t>
            </a:r>
          </a:p>
          <a:p>
            <a:pPr algn="ctr"/>
            <a:r>
              <a:rPr lang="en-US" sz="2400" dirty="0"/>
              <a:t>(log rates)</a:t>
            </a:r>
            <a:endParaRPr lang="en-US" sz="2400" b="1" dirty="0"/>
          </a:p>
        </p:txBody>
      </p:sp>
      <p:sp>
        <p:nvSpPr>
          <p:cNvPr id="22" name="TextBox 21">
            <a:extLst>
              <a:ext uri="{FF2B5EF4-FFF2-40B4-BE49-F238E27FC236}">
                <a16:creationId xmlns:a16="http://schemas.microsoft.com/office/drawing/2014/main" id="{7B641C66-628C-134D-B580-35C3C87B5840}"/>
              </a:ext>
            </a:extLst>
          </p:cNvPr>
          <p:cNvSpPr txBox="1"/>
          <p:nvPr/>
        </p:nvSpPr>
        <p:spPr>
          <a:xfrm>
            <a:off x="0" y="712171"/>
            <a:ext cx="2249761" cy="892552"/>
          </a:xfrm>
          <a:prstGeom prst="rect">
            <a:avLst/>
          </a:prstGeom>
          <a:noFill/>
        </p:spPr>
        <p:txBody>
          <a:bodyPr wrap="square" rtlCol="0">
            <a:spAutoFit/>
          </a:bodyPr>
          <a:lstStyle/>
          <a:p>
            <a:pPr algn="ctr"/>
            <a:r>
              <a:rPr lang="en-US" sz="2800" b="1" dirty="0"/>
              <a:t>Heat Map</a:t>
            </a:r>
          </a:p>
          <a:p>
            <a:pPr algn="ctr"/>
            <a:r>
              <a:rPr lang="en-US" sz="2400" dirty="0"/>
              <a:t>(absolute rates)</a:t>
            </a:r>
          </a:p>
        </p:txBody>
      </p:sp>
    </p:spTree>
    <p:extLst>
      <p:ext uri="{BB962C8B-B14F-4D97-AF65-F5344CB8AC3E}">
        <p14:creationId xmlns:p14="http://schemas.microsoft.com/office/powerpoint/2010/main" val="1965829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450AE3CF-94E0-4340-9236-A2A328B32149}"/>
                  </a:ext>
                </a:extLst>
              </p:cNvPr>
              <p:cNvSpPr txBox="1"/>
              <p:nvPr/>
            </p:nvSpPr>
            <p:spPr>
              <a:xfrm>
                <a:off x="3155024" y="210232"/>
                <a:ext cx="6068456"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000" b="1" i="0" smtClean="0">
                          <a:solidFill>
                            <a:srgbClr val="0070C0"/>
                          </a:solidFill>
                          <a:latin typeface="Cambria Math" panose="02040503050406030204" pitchFamily="18" charset="0"/>
                          <a:ea typeface="Cambria Math" panose="02040503050406030204" pitchFamily="18" charset="0"/>
                        </a:rPr>
                        <m:t>𝐍𝐨𝐭𝐚𝐭𝐢𝐨𝐧</m:t>
                      </m:r>
                      <m:r>
                        <a:rPr lang="en-US" sz="4000" b="0" i="0" smtClean="0">
                          <a:solidFill>
                            <a:srgbClr val="0070C0"/>
                          </a:solidFill>
                          <a:latin typeface="Cambria Math" panose="02040503050406030204" pitchFamily="18" charset="0"/>
                          <a:ea typeface="Cambria Math" panose="02040503050406030204" pitchFamily="18" charset="0"/>
                        </a:rPr>
                        <m:t>: </m:t>
                      </m:r>
                      <m:r>
                        <a:rPr lang="en-US" sz="4000" i="1" smtClean="0">
                          <a:solidFill>
                            <a:srgbClr val="0070C0"/>
                          </a:solidFill>
                          <a:latin typeface="Cambria Math" panose="02040503050406030204" pitchFamily="18" charset="0"/>
                          <a:ea typeface="Cambria Math" panose="02040503050406030204" pitchFamily="18" charset="0"/>
                        </a:rPr>
                        <m:t>ℒ</m:t>
                      </m:r>
                      <m:d>
                        <m:dPr>
                          <m:ctrlPr>
                            <a:rPr lang="en-US" sz="4000" i="1">
                              <a:solidFill>
                                <a:srgbClr val="0070C0"/>
                              </a:solidFill>
                              <a:latin typeface="Cambria Math" panose="02040503050406030204" pitchFamily="18" charset="0"/>
                              <a:ea typeface="Cambria Math" panose="02040503050406030204" pitchFamily="18" charset="0"/>
                            </a:rPr>
                          </m:ctrlPr>
                        </m:dPr>
                        <m:e>
                          <m:sSub>
                            <m:sSubPr>
                              <m:ctrlPr>
                                <a:rPr lang="en-US" sz="4000" i="1" smtClean="0">
                                  <a:solidFill>
                                    <a:srgbClr val="0070C0"/>
                                  </a:solidFill>
                                  <a:latin typeface="Cambria Math" panose="02040503050406030204" pitchFamily="18" charset="0"/>
                                  <a:ea typeface="Cambria Math" panose="02040503050406030204" pitchFamily="18" charset="0"/>
                                </a:rPr>
                              </m:ctrlPr>
                            </m:sSubPr>
                            <m:e>
                              <m:r>
                                <a:rPr lang="en-US" sz="4000" b="0" i="1" smtClean="0">
                                  <a:solidFill>
                                    <a:srgbClr val="0070C0"/>
                                  </a:solidFill>
                                  <a:latin typeface="Cambria Math" panose="02040503050406030204" pitchFamily="18" charset="0"/>
                                  <a:ea typeface="Cambria Math" panose="02040503050406030204" pitchFamily="18" charset="0"/>
                                </a:rPr>
                                <m:t>𝑎</m:t>
                              </m:r>
                            </m:e>
                            <m:sub>
                              <m:r>
                                <a:rPr lang="en-US" sz="4000" b="0" i="1" smtClean="0">
                                  <a:solidFill>
                                    <a:srgbClr val="0070C0"/>
                                  </a:solidFill>
                                  <a:latin typeface="Cambria Math" panose="02040503050406030204" pitchFamily="18" charset="0"/>
                                  <a:ea typeface="Cambria Math" panose="02040503050406030204" pitchFamily="18" charset="0"/>
                                </a:rPr>
                                <m:t>0</m:t>
                              </m:r>
                            </m:sub>
                          </m:sSub>
                          <m:r>
                            <a:rPr lang="en-US" sz="4000" b="0" i="1" smtClean="0">
                              <a:solidFill>
                                <a:srgbClr val="0070C0"/>
                              </a:solidFill>
                              <a:latin typeface="Cambria Math" panose="02040503050406030204" pitchFamily="18" charset="0"/>
                              <a:ea typeface="Cambria Math" panose="02040503050406030204" pitchFamily="18" charset="0"/>
                            </a:rPr>
                            <m:t>,</m:t>
                          </m:r>
                          <m:sSub>
                            <m:sSubPr>
                              <m:ctrlPr>
                                <a:rPr lang="en-US" sz="4000" i="1" smtClean="0">
                                  <a:solidFill>
                                    <a:srgbClr val="0070C0"/>
                                  </a:solidFill>
                                  <a:latin typeface="Cambria Math" panose="02040503050406030204" pitchFamily="18" charset="0"/>
                                  <a:ea typeface="Cambria Math" panose="02040503050406030204" pitchFamily="18" charset="0"/>
                                </a:rPr>
                              </m:ctrlPr>
                            </m:sSubPr>
                            <m:e>
                              <m:r>
                                <a:rPr lang="en-US" sz="4000" b="0" i="1" smtClean="0">
                                  <a:solidFill>
                                    <a:srgbClr val="0070C0"/>
                                  </a:solidFill>
                                  <a:latin typeface="Cambria Math" panose="02040503050406030204" pitchFamily="18" charset="0"/>
                                  <a:ea typeface="Cambria Math" panose="02040503050406030204" pitchFamily="18" charset="0"/>
                                </a:rPr>
                                <m:t>𝑝</m:t>
                              </m:r>
                            </m:e>
                            <m:sub>
                              <m:r>
                                <a:rPr lang="en-US" sz="4000" b="0" i="1" smtClean="0">
                                  <a:solidFill>
                                    <a:srgbClr val="0070C0"/>
                                  </a:solidFill>
                                  <a:latin typeface="Cambria Math" panose="02040503050406030204" pitchFamily="18" charset="0"/>
                                  <a:ea typeface="Cambria Math" panose="02040503050406030204" pitchFamily="18" charset="0"/>
                                </a:rPr>
                                <m:t>0</m:t>
                              </m:r>
                            </m:sub>
                          </m:sSub>
                          <m:r>
                            <a:rPr lang="en-US" sz="4000" b="0" i="1" smtClean="0">
                              <a:solidFill>
                                <a:srgbClr val="0070C0"/>
                              </a:solidFill>
                              <a:latin typeface="Cambria Math" panose="02040503050406030204" pitchFamily="18" charset="0"/>
                              <a:ea typeface="Cambria Math" panose="02040503050406030204" pitchFamily="18" charset="0"/>
                            </a:rPr>
                            <m:t>,∆,</m:t>
                          </m:r>
                          <m:r>
                            <a:rPr lang="en-US" sz="4000" b="0" i="1" smtClean="0">
                              <a:solidFill>
                                <a:srgbClr val="0070C0"/>
                              </a:solidFill>
                              <a:latin typeface="Cambria Math" panose="02040503050406030204" pitchFamily="18" charset="0"/>
                              <a:ea typeface="Cambria Math" panose="02040503050406030204" pitchFamily="18" charset="0"/>
                            </a:rPr>
                            <m:t>𝐴</m:t>
                          </m:r>
                          <m:r>
                            <a:rPr lang="en-US" sz="4000" b="0" i="1" smtClean="0">
                              <a:solidFill>
                                <a:srgbClr val="0070C0"/>
                              </a:solidFill>
                              <a:latin typeface="Cambria Math" panose="02040503050406030204" pitchFamily="18" charset="0"/>
                              <a:ea typeface="Cambria Math" panose="02040503050406030204" pitchFamily="18" charset="0"/>
                            </a:rPr>
                            <m:t>,</m:t>
                          </m:r>
                          <m:r>
                            <a:rPr lang="en-US" sz="4000" b="0" i="1" smtClean="0">
                              <a:solidFill>
                                <a:srgbClr val="0070C0"/>
                              </a:solidFill>
                              <a:latin typeface="Cambria Math" panose="02040503050406030204" pitchFamily="18" charset="0"/>
                              <a:ea typeface="Cambria Math" panose="02040503050406030204" pitchFamily="18" charset="0"/>
                            </a:rPr>
                            <m:t>𝑃</m:t>
                          </m:r>
                        </m:e>
                      </m:d>
                    </m:oMath>
                  </m:oMathPara>
                </a14:m>
                <a:endParaRPr lang="en-US" sz="4000" dirty="0">
                  <a:solidFill>
                    <a:srgbClr val="0070C0"/>
                  </a:solidFill>
                </a:endParaRPr>
              </a:p>
            </p:txBody>
          </p:sp>
        </mc:Choice>
        <mc:Fallback xmlns="">
          <p:sp>
            <p:nvSpPr>
              <p:cNvPr id="96" name="TextBox 95">
                <a:extLst>
                  <a:ext uri="{FF2B5EF4-FFF2-40B4-BE49-F238E27FC236}">
                    <a16:creationId xmlns:a16="http://schemas.microsoft.com/office/drawing/2014/main" id="{450AE3CF-94E0-4340-9236-A2A328B32149}"/>
                  </a:ext>
                </a:extLst>
              </p:cNvPr>
              <p:cNvSpPr txBox="1">
                <a:spLocks noRot="1" noChangeAspect="1" noMove="1" noResize="1" noEditPoints="1" noAdjustHandles="1" noChangeArrowheads="1" noChangeShapeType="1" noTextEdit="1"/>
              </p:cNvSpPr>
              <p:nvPr/>
            </p:nvSpPr>
            <p:spPr>
              <a:xfrm>
                <a:off x="3155024" y="210232"/>
                <a:ext cx="6068456" cy="615553"/>
              </a:xfrm>
              <a:prstGeom prst="rect">
                <a:avLst/>
              </a:prstGeom>
              <a:blipFill>
                <a:blip r:embed="rId3"/>
                <a:stretch>
                  <a:fillRect l="-1461" t="-6122" b="-38776"/>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14527B84-7EA1-E047-82F3-92CB4A221D34}"/>
              </a:ext>
            </a:extLst>
          </p:cNvPr>
          <p:cNvGrpSpPr/>
          <p:nvPr/>
        </p:nvGrpSpPr>
        <p:grpSpPr>
          <a:xfrm>
            <a:off x="804667" y="1178163"/>
            <a:ext cx="9256837" cy="5325879"/>
            <a:chOff x="170302" y="863838"/>
            <a:chExt cx="9256837" cy="5325879"/>
          </a:xfrm>
        </p:grpSpPr>
        <p:sp>
          <p:nvSpPr>
            <p:cNvPr id="47" name="Rectangle 46">
              <a:extLst>
                <a:ext uri="{FF2B5EF4-FFF2-40B4-BE49-F238E27FC236}">
                  <a16:creationId xmlns:a16="http://schemas.microsoft.com/office/drawing/2014/main" id="{5E195D2C-0804-D14F-840C-87C09A551D37}"/>
                </a:ext>
              </a:extLst>
            </p:cNvPr>
            <p:cNvSpPr>
              <a:spLocks/>
            </p:cNvSpPr>
            <p:nvPr/>
          </p:nvSpPr>
          <p:spPr>
            <a:xfrm>
              <a:off x="6355023" y="4500985"/>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Arrow Connector 60">
              <a:extLst>
                <a:ext uri="{FF2B5EF4-FFF2-40B4-BE49-F238E27FC236}">
                  <a16:creationId xmlns:a16="http://schemas.microsoft.com/office/drawing/2014/main" id="{1BAB1913-817E-B640-BB81-7D891CE50F11}"/>
                </a:ext>
              </a:extLst>
            </p:cNvPr>
            <p:cNvCxnSpPr>
              <a:cxnSpLocks/>
              <a:endCxn id="15" idx="1"/>
            </p:cNvCxnSpPr>
            <p:nvPr/>
          </p:nvCxnSpPr>
          <p:spPr>
            <a:xfrm>
              <a:off x="2823190" y="4498244"/>
              <a:ext cx="793787" cy="753239"/>
            </a:xfrm>
            <a:prstGeom prst="straightConnector1">
              <a:avLst/>
            </a:prstGeom>
            <a:ln w="15875">
              <a:solidFill>
                <a:srgbClr val="00B050"/>
              </a:solidFill>
              <a:prstDash val="sysDot"/>
              <a:tailEnd type="stealth" w="med" len="lg"/>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92E9FD2B-8CDD-A14E-8094-1049609C4191}"/>
                </a:ext>
              </a:extLst>
            </p:cNvPr>
            <p:cNvCxnSpPr>
              <a:cxnSpLocks/>
            </p:cNvCxnSpPr>
            <p:nvPr/>
          </p:nvCxnSpPr>
          <p:spPr>
            <a:xfrm>
              <a:off x="2823230" y="3621944"/>
              <a:ext cx="1709167" cy="1707008"/>
            </a:xfrm>
            <a:prstGeom prst="straightConnector1">
              <a:avLst/>
            </a:prstGeom>
            <a:ln w="15875">
              <a:solidFill>
                <a:srgbClr val="00B050"/>
              </a:solidFill>
              <a:prstDash val="sysDot"/>
              <a:tailEnd type="stealth" w="med" len="lg"/>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65FAEFE-7FFD-0E4C-95FB-FC94D75DCD35}"/>
                </a:ext>
              </a:extLst>
            </p:cNvPr>
            <p:cNvCxnSpPr>
              <a:cxnSpLocks/>
            </p:cNvCxnSpPr>
            <p:nvPr/>
          </p:nvCxnSpPr>
          <p:spPr>
            <a:xfrm>
              <a:off x="5473610" y="1867768"/>
              <a:ext cx="1709167" cy="1707008"/>
            </a:xfrm>
            <a:prstGeom prst="straightConnector1">
              <a:avLst/>
            </a:prstGeom>
            <a:ln w="15875">
              <a:solidFill>
                <a:srgbClr val="00B050"/>
              </a:solidFill>
              <a:prstDash val="sysDot"/>
              <a:tailEnd type="stealth" w="med" len="lg"/>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F1E4BF71-DCE7-9D4F-B082-03AB1B1A1F60}"/>
                </a:ext>
              </a:extLst>
            </p:cNvPr>
            <p:cNvCxnSpPr>
              <a:cxnSpLocks/>
            </p:cNvCxnSpPr>
            <p:nvPr/>
          </p:nvCxnSpPr>
          <p:spPr>
            <a:xfrm>
              <a:off x="6351153" y="1876349"/>
              <a:ext cx="834903" cy="819466"/>
            </a:xfrm>
            <a:prstGeom prst="straightConnector1">
              <a:avLst/>
            </a:prstGeom>
            <a:ln w="15875">
              <a:solidFill>
                <a:srgbClr val="00B050"/>
              </a:solidFill>
              <a:prstDash val="sysDot"/>
              <a:tailEnd type="stealth" w="med" len="lg"/>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D46A3305-57C8-4942-9366-081AAA4D60FB}"/>
                </a:ext>
              </a:extLst>
            </p:cNvPr>
            <p:cNvCxnSpPr>
              <a:cxnSpLocks/>
            </p:cNvCxnSpPr>
            <p:nvPr/>
          </p:nvCxnSpPr>
          <p:spPr>
            <a:xfrm>
              <a:off x="2829326" y="2754788"/>
              <a:ext cx="2587624" cy="2573439"/>
            </a:xfrm>
            <a:prstGeom prst="straightConnector1">
              <a:avLst/>
            </a:prstGeom>
            <a:ln w="15875">
              <a:solidFill>
                <a:srgbClr val="00B050"/>
              </a:solidFill>
              <a:prstDash val="sysDot"/>
              <a:tailEnd type="stealth" w="med" len="lg"/>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237729E9-2050-AC4A-8428-D3B7568B4529}"/>
                </a:ext>
              </a:extLst>
            </p:cNvPr>
            <p:cNvCxnSpPr>
              <a:cxnSpLocks/>
            </p:cNvCxnSpPr>
            <p:nvPr/>
          </p:nvCxnSpPr>
          <p:spPr>
            <a:xfrm>
              <a:off x="4599244" y="1867222"/>
              <a:ext cx="2587624" cy="2573439"/>
            </a:xfrm>
            <a:prstGeom prst="straightConnector1">
              <a:avLst/>
            </a:prstGeom>
            <a:ln w="15875">
              <a:solidFill>
                <a:srgbClr val="00B050"/>
              </a:solidFill>
              <a:prstDash val="sysDot"/>
              <a:tailEnd type="stealth" w="med" len="lg"/>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5EF0027E-639D-C24A-A01A-CB71AAC7A151}"/>
                </a:ext>
              </a:extLst>
            </p:cNvPr>
            <p:cNvCxnSpPr>
              <a:cxnSpLocks/>
            </p:cNvCxnSpPr>
            <p:nvPr/>
          </p:nvCxnSpPr>
          <p:spPr>
            <a:xfrm>
              <a:off x="3699236" y="1862849"/>
              <a:ext cx="3486358" cy="3472147"/>
            </a:xfrm>
            <a:prstGeom prst="straightConnector1">
              <a:avLst/>
            </a:prstGeom>
            <a:ln w="15875">
              <a:solidFill>
                <a:srgbClr val="00B050"/>
              </a:solidFill>
              <a:prstDash val="sysDot"/>
              <a:tailEnd type="stealth" w="med" len="lg"/>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D05C74C7-8B08-2B49-A15D-3644FFE4DB8F}"/>
                </a:ext>
              </a:extLst>
            </p:cNvPr>
            <p:cNvSpPr>
              <a:spLocks/>
            </p:cNvSpPr>
            <p:nvPr/>
          </p:nvSpPr>
          <p:spPr>
            <a:xfrm>
              <a:off x="3701417" y="1856928"/>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B95CD419-B4FE-A743-A4F6-F3B27D1EC7D8}"/>
                </a:ext>
              </a:extLst>
            </p:cNvPr>
            <p:cNvSpPr>
              <a:spLocks/>
            </p:cNvSpPr>
            <p:nvPr/>
          </p:nvSpPr>
          <p:spPr>
            <a:xfrm>
              <a:off x="5470524" y="1866542"/>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A09A47D-881C-D440-95FF-9A3B43733E07}"/>
                </a:ext>
              </a:extLst>
            </p:cNvPr>
            <p:cNvSpPr>
              <a:spLocks/>
            </p:cNvSpPr>
            <p:nvPr/>
          </p:nvSpPr>
          <p:spPr>
            <a:xfrm>
              <a:off x="5476848" y="2745826"/>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87EE78AC-F088-D94A-9CF5-C038F558BC7C}"/>
                </a:ext>
              </a:extLst>
            </p:cNvPr>
            <p:cNvSpPr>
              <a:spLocks/>
            </p:cNvSpPr>
            <p:nvPr/>
          </p:nvSpPr>
          <p:spPr>
            <a:xfrm>
              <a:off x="5476848" y="3624787"/>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3BAD1ED-1E84-034C-BE0E-D2B161DAF946}"/>
                </a:ext>
              </a:extLst>
            </p:cNvPr>
            <p:cNvSpPr>
              <a:spLocks/>
            </p:cNvSpPr>
            <p:nvPr/>
          </p:nvSpPr>
          <p:spPr>
            <a:xfrm>
              <a:off x="5470470" y="4500985"/>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8E3AFAB-5008-2A4C-8AC5-FEBF7C387E69}"/>
                </a:ext>
              </a:extLst>
            </p:cNvPr>
            <p:cNvSpPr>
              <a:spLocks/>
            </p:cNvSpPr>
            <p:nvPr/>
          </p:nvSpPr>
          <p:spPr>
            <a:xfrm>
              <a:off x="6355077" y="1866542"/>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E67ED66D-ED2E-E449-8EB3-1992CC5AE83B}"/>
                </a:ext>
              </a:extLst>
            </p:cNvPr>
            <p:cNvSpPr>
              <a:spLocks/>
            </p:cNvSpPr>
            <p:nvPr/>
          </p:nvSpPr>
          <p:spPr>
            <a:xfrm>
              <a:off x="6361401" y="2745826"/>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E02D89A-527B-E848-BB5A-293FAE208D1F}"/>
                </a:ext>
              </a:extLst>
            </p:cNvPr>
            <p:cNvSpPr>
              <a:spLocks noChangeAspect="1"/>
            </p:cNvSpPr>
            <p:nvPr/>
          </p:nvSpPr>
          <p:spPr>
            <a:xfrm>
              <a:off x="6361401" y="3624787"/>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FF989F38-14E7-7A40-AD22-31948E0578D4}"/>
                </a:ext>
              </a:extLst>
            </p:cNvPr>
            <p:cNvSpPr>
              <a:spLocks/>
            </p:cNvSpPr>
            <p:nvPr/>
          </p:nvSpPr>
          <p:spPr>
            <a:xfrm>
              <a:off x="3707741" y="2736212"/>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54ABB5C8-B1FD-5F46-AA75-1F8E1485C7E2}"/>
                </a:ext>
              </a:extLst>
            </p:cNvPr>
            <p:cNvSpPr>
              <a:spLocks/>
            </p:cNvSpPr>
            <p:nvPr/>
          </p:nvSpPr>
          <p:spPr>
            <a:xfrm>
              <a:off x="3707741" y="3615173"/>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8E968779-608B-9742-B965-165FD2DAE31E}"/>
                </a:ext>
              </a:extLst>
            </p:cNvPr>
            <p:cNvSpPr>
              <a:spLocks/>
            </p:cNvSpPr>
            <p:nvPr/>
          </p:nvSpPr>
          <p:spPr>
            <a:xfrm>
              <a:off x="3701363" y="4491369"/>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A5E7220B-C788-CD48-BB45-09BAD1D069A7}"/>
                </a:ext>
              </a:extLst>
            </p:cNvPr>
            <p:cNvSpPr>
              <a:spLocks/>
            </p:cNvSpPr>
            <p:nvPr/>
          </p:nvSpPr>
          <p:spPr>
            <a:xfrm>
              <a:off x="4585971" y="1856928"/>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B4519FF-F38D-2345-AA5B-86E694BB5008}"/>
                </a:ext>
              </a:extLst>
            </p:cNvPr>
            <p:cNvSpPr>
              <a:spLocks/>
            </p:cNvSpPr>
            <p:nvPr/>
          </p:nvSpPr>
          <p:spPr>
            <a:xfrm>
              <a:off x="4592295" y="2736212"/>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4FA3A7B2-9281-3A48-8F9E-73F1F34FA457}"/>
                </a:ext>
              </a:extLst>
            </p:cNvPr>
            <p:cNvSpPr>
              <a:spLocks/>
            </p:cNvSpPr>
            <p:nvPr/>
          </p:nvSpPr>
          <p:spPr>
            <a:xfrm>
              <a:off x="4592295" y="3615173"/>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552BD96E-F733-E241-BAE8-9675FF7F55B8}"/>
                </a:ext>
              </a:extLst>
            </p:cNvPr>
            <p:cNvSpPr>
              <a:spLocks/>
            </p:cNvSpPr>
            <p:nvPr/>
          </p:nvSpPr>
          <p:spPr>
            <a:xfrm>
              <a:off x="4585917" y="4491369"/>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B7A0E670-B729-8742-899D-FC317C662023}"/>
                </a:ext>
              </a:extLst>
            </p:cNvPr>
            <p:cNvSpPr>
              <a:spLocks/>
            </p:cNvSpPr>
            <p:nvPr/>
          </p:nvSpPr>
          <p:spPr>
            <a:xfrm>
              <a:off x="2816864" y="1856928"/>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7D2CB117-A59E-9D49-BA8A-E94C3F997437}"/>
                </a:ext>
              </a:extLst>
            </p:cNvPr>
            <p:cNvSpPr>
              <a:spLocks/>
            </p:cNvSpPr>
            <p:nvPr/>
          </p:nvSpPr>
          <p:spPr>
            <a:xfrm>
              <a:off x="2823188" y="2736212"/>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EEA16E82-62C0-D448-AFE1-5CA8F0264381}"/>
                </a:ext>
              </a:extLst>
            </p:cNvPr>
            <p:cNvSpPr>
              <a:spLocks/>
            </p:cNvSpPr>
            <p:nvPr/>
          </p:nvSpPr>
          <p:spPr>
            <a:xfrm>
              <a:off x="2823188" y="3615173"/>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0A043B5-3824-5C46-B8FC-38A8222B47EC}"/>
                </a:ext>
              </a:extLst>
            </p:cNvPr>
            <p:cNvSpPr>
              <a:spLocks/>
            </p:cNvSpPr>
            <p:nvPr/>
          </p:nvSpPr>
          <p:spPr>
            <a:xfrm>
              <a:off x="2816810" y="4491369"/>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E29C67EF-0CA4-984E-AE6B-ADA742F835FA}"/>
                </a:ext>
              </a:extLst>
            </p:cNvPr>
            <p:cNvCxnSpPr/>
            <p:nvPr/>
          </p:nvCxnSpPr>
          <p:spPr>
            <a:xfrm>
              <a:off x="2783727" y="1799461"/>
              <a:ext cx="0" cy="3657648"/>
            </a:xfrm>
            <a:prstGeom prst="straightConnector1">
              <a:avLst/>
            </a:prstGeom>
            <a:ln w="7620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E4BB5F8A-DBBD-F24E-9B28-92BB45FC2836}"/>
                </a:ext>
              </a:extLst>
            </p:cNvPr>
            <p:cNvCxnSpPr>
              <a:cxnSpLocks/>
            </p:cNvCxnSpPr>
            <p:nvPr/>
          </p:nvCxnSpPr>
          <p:spPr>
            <a:xfrm rot="16200000">
              <a:off x="5071691" y="-480152"/>
              <a:ext cx="0" cy="4572059"/>
            </a:xfrm>
            <a:prstGeom prst="straightConnector1">
              <a:avLst/>
            </a:prstGeom>
            <a:ln w="76200">
              <a:solidFill>
                <a:srgbClr val="0070C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43C8D3B-2C80-9F44-86F2-27ECB4B98FB3}"/>
                </a:ext>
              </a:extLst>
            </p:cNvPr>
            <p:cNvCxnSpPr>
              <a:cxnSpLocks noChangeAspect="1"/>
            </p:cNvCxnSpPr>
            <p:nvPr/>
          </p:nvCxnSpPr>
          <p:spPr>
            <a:xfrm flipV="1">
              <a:off x="3552386" y="1861239"/>
              <a:ext cx="3621616" cy="3593950"/>
            </a:xfrm>
            <a:prstGeom prst="straightConnector1">
              <a:avLst/>
            </a:prstGeom>
            <a:ln w="53975" cap="rnd" cmpd="sng">
              <a:solidFill>
                <a:srgbClr val="00B050"/>
              </a:solidFill>
              <a:prstDash val="sysDot"/>
              <a:bevel/>
              <a:tailEnd type="stealth"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495332F-E22F-BC4F-B4B3-7CE78C5E2F20}"/>
                </a:ext>
              </a:extLst>
            </p:cNvPr>
            <p:cNvCxnSpPr>
              <a:cxnSpLocks noChangeAspect="1"/>
            </p:cNvCxnSpPr>
            <p:nvPr/>
          </p:nvCxnSpPr>
          <p:spPr>
            <a:xfrm rot="5400000" flipV="1">
              <a:off x="2791749" y="1823498"/>
              <a:ext cx="3474766" cy="3474765"/>
            </a:xfrm>
            <a:prstGeom prst="straightConnector1">
              <a:avLst/>
            </a:prstGeom>
            <a:solidFill>
              <a:srgbClr val="FF0000"/>
            </a:solidFill>
            <a:ln w="76200" cmpd="sng">
              <a:solidFill>
                <a:srgbClr val="FF0000"/>
              </a:solidFill>
              <a:prstDash val="solid"/>
              <a:tailEnd type="stealth"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9A3FDF1-C80E-6C4D-8456-2C5F969C7D92}"/>
                    </a:ext>
                  </a:extLst>
                </p:cNvPr>
                <p:cNvSpPr txBox="1"/>
                <p:nvPr/>
              </p:nvSpPr>
              <p:spPr>
                <a:xfrm>
                  <a:off x="4733869" y="1118932"/>
                  <a:ext cx="572985" cy="8617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70C0"/>
                            </a:solidFill>
                            <a:latin typeface="Cambria Math" panose="02040503050406030204" pitchFamily="18" charset="0"/>
                          </a:rPr>
                          <m:t>𝑝</m:t>
                        </m:r>
                      </m:oMath>
                    </m:oMathPara>
                  </a14:m>
                  <a:endParaRPr lang="en-US" sz="2800" dirty="0">
                    <a:solidFill>
                      <a:srgbClr val="0070C0"/>
                    </a:solidFill>
                  </a:endParaRPr>
                </a:p>
              </p:txBody>
            </p:sp>
          </mc:Choice>
          <mc:Fallback xmlns="">
            <p:sp>
              <p:nvSpPr>
                <p:cNvPr id="9" name="TextBox 8">
                  <a:extLst>
                    <a:ext uri="{FF2B5EF4-FFF2-40B4-BE49-F238E27FC236}">
                      <a16:creationId xmlns:a16="http://schemas.microsoft.com/office/drawing/2014/main" id="{D9A3FDF1-C80E-6C4D-8456-2C5F969C7D92}"/>
                    </a:ext>
                  </a:extLst>
                </p:cNvPr>
                <p:cNvSpPr txBox="1">
                  <a:spLocks noRot="1" noChangeAspect="1" noMove="1" noResize="1" noEditPoints="1" noAdjustHandles="1" noChangeArrowheads="1" noChangeShapeType="1" noTextEdit="1"/>
                </p:cNvSpPr>
                <p:nvPr/>
              </p:nvSpPr>
              <p:spPr>
                <a:xfrm>
                  <a:off x="4733869" y="1118932"/>
                  <a:ext cx="572985" cy="86178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EB7E79C-C599-3840-9DF2-FEE7DD5C4361}"/>
                    </a:ext>
                  </a:extLst>
                </p:cNvPr>
                <p:cNvSpPr txBox="1"/>
                <p:nvPr/>
              </p:nvSpPr>
              <p:spPr>
                <a:xfrm>
                  <a:off x="2033356" y="3332756"/>
                  <a:ext cx="290913"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C00000"/>
                            </a:solidFill>
                            <a:latin typeface="Cambria Math" panose="02040503050406030204" pitchFamily="18" charset="0"/>
                          </a:rPr>
                          <m:t>𝑎</m:t>
                        </m:r>
                      </m:oMath>
                    </m:oMathPara>
                  </a14:m>
                  <a:endParaRPr lang="en-US" sz="2800" dirty="0">
                    <a:solidFill>
                      <a:srgbClr val="C00000"/>
                    </a:solidFill>
                  </a:endParaRPr>
                </a:p>
              </p:txBody>
            </p:sp>
          </mc:Choice>
          <mc:Fallback xmlns="">
            <p:sp>
              <p:nvSpPr>
                <p:cNvPr id="10" name="TextBox 9">
                  <a:extLst>
                    <a:ext uri="{FF2B5EF4-FFF2-40B4-BE49-F238E27FC236}">
                      <a16:creationId xmlns:a16="http://schemas.microsoft.com/office/drawing/2014/main" id="{2EB7E79C-C599-3840-9DF2-FEE7DD5C4361}"/>
                    </a:ext>
                  </a:extLst>
                </p:cNvPr>
                <p:cNvSpPr txBox="1">
                  <a:spLocks noRot="1" noChangeAspect="1" noMove="1" noResize="1" noEditPoints="1" noAdjustHandles="1" noChangeArrowheads="1" noChangeShapeType="1" noTextEdit="1"/>
                </p:cNvSpPr>
                <p:nvPr/>
              </p:nvSpPr>
              <p:spPr>
                <a:xfrm>
                  <a:off x="2033356" y="3332756"/>
                  <a:ext cx="290913" cy="430887"/>
                </a:xfrm>
                <a:prstGeom prst="rect">
                  <a:avLst/>
                </a:prstGeom>
                <a:blipFill>
                  <a:blip r:embed="rId5"/>
                  <a:stretch>
                    <a:fillRect l="-17391" r="-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700CC00-07D3-E34F-83E2-5947723373F6}"/>
                    </a:ext>
                  </a:extLst>
                </p:cNvPr>
                <p:cNvSpPr txBox="1"/>
                <p:nvPr/>
              </p:nvSpPr>
              <p:spPr>
                <a:xfrm>
                  <a:off x="7202106" y="5247351"/>
                  <a:ext cx="2225033" cy="430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B050"/>
                            </a:solidFill>
                            <a:latin typeface="Cambria Math" panose="02040503050406030204" pitchFamily="18" charset="0"/>
                          </a:rPr>
                          <m:t>𝑐</m:t>
                        </m:r>
                        <m:r>
                          <a:rPr lang="en-US" sz="2800" b="0" i="1" smtClean="0">
                            <a:solidFill>
                              <a:schemeClr val="tx1"/>
                            </a:solidFill>
                            <a:latin typeface="Cambria Math" panose="02040503050406030204" pitchFamily="18" charset="0"/>
                          </a:rPr>
                          <m:t>=</m:t>
                        </m:r>
                        <m:r>
                          <a:rPr lang="en-US" sz="2800" b="0" i="1" smtClean="0">
                            <a:solidFill>
                              <a:srgbClr val="0070C0"/>
                            </a:solidFill>
                            <a:latin typeface="Cambria Math" panose="02040503050406030204" pitchFamily="18" charset="0"/>
                          </a:rPr>
                          <m:t>𝑝</m:t>
                        </m:r>
                        <m:r>
                          <a:rPr lang="en-US" sz="2800" b="0" i="1" smtClean="0">
                            <a:solidFill>
                              <a:schemeClr val="tx1"/>
                            </a:solidFill>
                            <a:latin typeface="Cambria Math" panose="02040503050406030204" pitchFamily="18" charset="0"/>
                          </a:rPr>
                          <m:t>−</m:t>
                        </m:r>
                        <m:r>
                          <a:rPr lang="en-US" sz="2800" b="0" i="1" smtClean="0">
                            <a:solidFill>
                              <a:srgbClr val="FF0000"/>
                            </a:solidFill>
                            <a:latin typeface="Cambria Math" panose="02040503050406030204" pitchFamily="18" charset="0"/>
                          </a:rPr>
                          <m:t>𝑎</m:t>
                        </m:r>
                        <m:r>
                          <a:rPr lang="en-US" sz="2800" b="0" i="1" smtClean="0">
                            <a:solidFill>
                              <a:schemeClr val="tx1"/>
                            </a:solidFill>
                            <a:latin typeface="Cambria Math" panose="02040503050406030204" pitchFamily="18" charset="0"/>
                          </a:rPr>
                          <m:t>+</m:t>
                        </m:r>
                        <m:r>
                          <a:rPr lang="en-US" sz="2800" b="0" i="1" smtClean="0">
                            <a:solidFill>
                              <a:srgbClr val="FF0000"/>
                            </a:solidFill>
                            <a:latin typeface="Cambria Math" panose="02040503050406030204" pitchFamily="18" charset="0"/>
                          </a:rPr>
                          <m:t>𝐴</m:t>
                        </m:r>
                      </m:oMath>
                    </m:oMathPara>
                  </a14:m>
                  <a:endParaRPr lang="en-US" sz="2800" dirty="0">
                    <a:solidFill>
                      <a:srgbClr val="00B050"/>
                    </a:solidFill>
                  </a:endParaRPr>
                </a:p>
              </p:txBody>
            </p:sp>
          </mc:Choice>
          <mc:Fallback xmlns="">
            <p:sp>
              <p:nvSpPr>
                <p:cNvPr id="11" name="TextBox 10">
                  <a:extLst>
                    <a:ext uri="{FF2B5EF4-FFF2-40B4-BE49-F238E27FC236}">
                      <a16:creationId xmlns:a16="http://schemas.microsoft.com/office/drawing/2014/main" id="{8700CC00-07D3-E34F-83E2-5947723373F6}"/>
                    </a:ext>
                  </a:extLst>
                </p:cNvPr>
                <p:cNvSpPr txBox="1">
                  <a:spLocks noRot="1" noChangeAspect="1" noMove="1" noResize="1" noEditPoints="1" noAdjustHandles="1" noChangeArrowheads="1" noChangeShapeType="1" noTextEdit="1"/>
                </p:cNvSpPr>
                <p:nvPr/>
              </p:nvSpPr>
              <p:spPr>
                <a:xfrm>
                  <a:off x="7202106" y="5247351"/>
                  <a:ext cx="2225033" cy="430888"/>
                </a:xfrm>
                <a:prstGeom prst="rect">
                  <a:avLst/>
                </a:prstGeom>
                <a:blipFill>
                  <a:blip r:embed="rId6"/>
                  <a:stretch>
                    <a:fillRect l="-1714" r="-2857" b="-235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DAD6C07-59D6-6C49-B3C5-777E2AF96D6F}"/>
                    </a:ext>
                  </a:extLst>
                </p:cNvPr>
                <p:cNvSpPr txBox="1"/>
                <p:nvPr/>
              </p:nvSpPr>
              <p:spPr>
                <a:xfrm rot="21210561">
                  <a:off x="6258252" y="5294924"/>
                  <a:ext cx="531043" cy="4399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𝑎</m:t>
                            </m:r>
                          </m:e>
                          <m:sub>
                            <m:r>
                              <a:rPr lang="en-US" sz="2800" i="1" smtClean="0">
                                <a:solidFill>
                                  <a:srgbClr val="FF0000"/>
                                </a:solidFill>
                                <a:latin typeface="Cambria Math" panose="02040503050406030204" pitchFamily="18" charset="0"/>
                                <a:ea typeface="Cambria Math" panose="02040503050406030204" pitchFamily="18" charset="0"/>
                              </a:rPr>
                              <m:t>↘</m:t>
                            </m:r>
                          </m:sub>
                        </m:sSub>
                      </m:oMath>
                    </m:oMathPara>
                  </a14:m>
                  <a:endParaRPr lang="en-US" sz="2800" dirty="0"/>
                </a:p>
              </p:txBody>
            </p:sp>
          </mc:Choice>
          <mc:Fallback xmlns="">
            <p:sp>
              <p:nvSpPr>
                <p:cNvPr id="12" name="TextBox 11">
                  <a:extLst>
                    <a:ext uri="{FF2B5EF4-FFF2-40B4-BE49-F238E27FC236}">
                      <a16:creationId xmlns:a16="http://schemas.microsoft.com/office/drawing/2014/main" id="{0DAD6C07-59D6-6C49-B3C5-777E2AF96D6F}"/>
                    </a:ext>
                  </a:extLst>
                </p:cNvPr>
                <p:cNvSpPr txBox="1">
                  <a:spLocks noRot="1" noChangeAspect="1" noMove="1" noResize="1" noEditPoints="1" noAdjustHandles="1" noChangeArrowheads="1" noChangeShapeType="1" noTextEdit="1"/>
                </p:cNvSpPr>
                <p:nvPr/>
              </p:nvSpPr>
              <p:spPr>
                <a:xfrm rot="21210561">
                  <a:off x="6258252" y="5294924"/>
                  <a:ext cx="531043" cy="439929"/>
                </a:xfrm>
                <a:prstGeom prst="rect">
                  <a:avLst/>
                </a:prstGeom>
                <a:blipFill>
                  <a:blip r:embed="rId7"/>
                  <a:stretch>
                    <a:fillRect l="-4255" r="-10638" b="-17073"/>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EAAB7520-C8B5-1243-AD2A-84F162A35247}"/>
                </a:ext>
              </a:extLst>
            </p:cNvPr>
            <p:cNvSpPr>
              <a:spLocks noChangeAspect="1"/>
            </p:cNvSpPr>
            <p:nvPr/>
          </p:nvSpPr>
          <p:spPr>
            <a:xfrm>
              <a:off x="4909831" y="3939085"/>
              <a:ext cx="182882" cy="182882"/>
            </a:xfrm>
            <a:prstGeom prst="ellipse">
              <a:avLst/>
            </a:prstGeom>
            <a:solidFill>
              <a:srgbClr val="00B05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9C5190F-6CED-6848-85CB-1D5038544FDB}"/>
                </a:ext>
              </a:extLst>
            </p:cNvPr>
            <p:cNvSpPr>
              <a:spLocks noChangeAspect="1"/>
            </p:cNvSpPr>
            <p:nvPr/>
          </p:nvSpPr>
          <p:spPr>
            <a:xfrm>
              <a:off x="4462853" y="4380259"/>
              <a:ext cx="182882" cy="182882"/>
            </a:xfrm>
            <a:prstGeom prst="ellipse">
              <a:avLst/>
            </a:prstGeom>
            <a:solidFill>
              <a:srgbClr val="00B05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00728C0-DEBC-A441-912F-9BBAC0184534}"/>
                </a:ext>
              </a:extLst>
            </p:cNvPr>
            <p:cNvSpPr>
              <a:spLocks noChangeAspect="1"/>
            </p:cNvSpPr>
            <p:nvPr/>
          </p:nvSpPr>
          <p:spPr>
            <a:xfrm>
              <a:off x="3590194" y="5224700"/>
              <a:ext cx="182882" cy="182882"/>
            </a:xfrm>
            <a:prstGeom prst="ellipse">
              <a:avLst/>
            </a:prstGeom>
            <a:solidFill>
              <a:srgbClr val="00B05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840AA22-4954-624F-9DC2-772C5D64537E}"/>
                </a:ext>
              </a:extLst>
            </p:cNvPr>
            <p:cNvSpPr>
              <a:spLocks noChangeAspect="1"/>
            </p:cNvSpPr>
            <p:nvPr/>
          </p:nvSpPr>
          <p:spPr>
            <a:xfrm>
              <a:off x="4034500" y="4802312"/>
              <a:ext cx="182882" cy="182882"/>
            </a:xfrm>
            <a:prstGeom prst="ellipse">
              <a:avLst/>
            </a:prstGeom>
            <a:solidFill>
              <a:srgbClr val="00B05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C6B593E-8F8D-1043-99C6-09BE54EEB4A1}"/>
                </a:ext>
              </a:extLst>
            </p:cNvPr>
            <p:cNvSpPr>
              <a:spLocks noChangeAspect="1"/>
            </p:cNvSpPr>
            <p:nvPr/>
          </p:nvSpPr>
          <p:spPr>
            <a:xfrm>
              <a:off x="5356953" y="3488843"/>
              <a:ext cx="182882" cy="182882"/>
            </a:xfrm>
            <a:prstGeom prst="ellipse">
              <a:avLst/>
            </a:prstGeom>
            <a:solidFill>
              <a:srgbClr val="00B05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B568A538-B9A6-224F-9FFD-2C0A970638F9}"/>
                </a:ext>
              </a:extLst>
            </p:cNvPr>
            <p:cNvSpPr>
              <a:spLocks noChangeAspect="1"/>
            </p:cNvSpPr>
            <p:nvPr/>
          </p:nvSpPr>
          <p:spPr>
            <a:xfrm>
              <a:off x="5794384" y="3061990"/>
              <a:ext cx="182882" cy="182882"/>
            </a:xfrm>
            <a:prstGeom prst="ellipse">
              <a:avLst/>
            </a:prstGeom>
            <a:solidFill>
              <a:srgbClr val="00B05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7EDDC22-4D3B-154F-B962-129096A6AE14}"/>
                </a:ext>
              </a:extLst>
            </p:cNvPr>
            <p:cNvSpPr>
              <a:spLocks noChangeAspect="1"/>
            </p:cNvSpPr>
            <p:nvPr/>
          </p:nvSpPr>
          <p:spPr>
            <a:xfrm>
              <a:off x="6247320" y="2606822"/>
              <a:ext cx="182882" cy="182882"/>
            </a:xfrm>
            <a:prstGeom prst="ellipse">
              <a:avLst/>
            </a:prstGeom>
            <a:solidFill>
              <a:srgbClr val="00B05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FE3FD77-5068-C840-A386-8CC19C6EEF2E}"/>
                </a:ext>
              </a:extLst>
            </p:cNvPr>
            <p:cNvSpPr>
              <a:spLocks noChangeAspect="1"/>
            </p:cNvSpPr>
            <p:nvPr/>
          </p:nvSpPr>
          <p:spPr>
            <a:xfrm>
              <a:off x="6678938" y="2179510"/>
              <a:ext cx="182882" cy="182882"/>
            </a:xfrm>
            <a:prstGeom prst="ellipse">
              <a:avLst/>
            </a:prstGeom>
            <a:solidFill>
              <a:srgbClr val="00B05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4ED31B80-6E14-4D48-B612-4D8668D7F85C}"/>
                </a:ext>
              </a:extLst>
            </p:cNvPr>
            <p:cNvSpPr>
              <a:spLocks noChangeAspect="1"/>
            </p:cNvSpPr>
            <p:nvPr/>
          </p:nvSpPr>
          <p:spPr>
            <a:xfrm>
              <a:off x="3137850" y="1741526"/>
              <a:ext cx="182882" cy="182882"/>
            </a:xfrm>
            <a:prstGeom prst="ellipse">
              <a:avLst/>
            </a:prstGeom>
            <a:solidFill>
              <a:srgbClr val="0070C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36F1F797-1FE0-F543-982B-EF6CDD6F3823}"/>
                </a:ext>
              </a:extLst>
            </p:cNvPr>
            <p:cNvSpPr>
              <a:spLocks noChangeAspect="1"/>
            </p:cNvSpPr>
            <p:nvPr/>
          </p:nvSpPr>
          <p:spPr>
            <a:xfrm>
              <a:off x="4020797" y="1728914"/>
              <a:ext cx="182882" cy="182882"/>
            </a:xfrm>
            <a:prstGeom prst="ellipse">
              <a:avLst/>
            </a:prstGeom>
            <a:solidFill>
              <a:srgbClr val="0070C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94CCB679-068F-2F4C-BFA4-CC16618D0E9F}"/>
                </a:ext>
              </a:extLst>
            </p:cNvPr>
            <p:cNvSpPr>
              <a:spLocks noChangeAspect="1"/>
            </p:cNvSpPr>
            <p:nvPr/>
          </p:nvSpPr>
          <p:spPr>
            <a:xfrm>
              <a:off x="4889253" y="1734488"/>
              <a:ext cx="182882" cy="182882"/>
            </a:xfrm>
            <a:prstGeom prst="ellipse">
              <a:avLst/>
            </a:prstGeom>
            <a:solidFill>
              <a:srgbClr val="0070C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0D1ACBD0-95AE-9348-B1EB-CA5A1078EB90}"/>
                </a:ext>
              </a:extLst>
            </p:cNvPr>
            <p:cNvSpPr>
              <a:spLocks noChangeAspect="1"/>
            </p:cNvSpPr>
            <p:nvPr/>
          </p:nvSpPr>
          <p:spPr>
            <a:xfrm>
              <a:off x="5778322" y="1738528"/>
              <a:ext cx="182882" cy="182882"/>
            </a:xfrm>
            <a:prstGeom prst="ellipse">
              <a:avLst/>
            </a:prstGeom>
            <a:solidFill>
              <a:srgbClr val="0070C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3E88F4D-2819-4B45-B5B4-5DAEFF49A089}"/>
                </a:ext>
              </a:extLst>
            </p:cNvPr>
            <p:cNvSpPr>
              <a:spLocks noChangeAspect="1"/>
            </p:cNvSpPr>
            <p:nvPr/>
          </p:nvSpPr>
          <p:spPr>
            <a:xfrm>
              <a:off x="6664491" y="1725916"/>
              <a:ext cx="182882" cy="182882"/>
            </a:xfrm>
            <a:prstGeom prst="ellipse">
              <a:avLst/>
            </a:prstGeom>
            <a:solidFill>
              <a:srgbClr val="0070C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483EE76-2ABA-9248-89D5-24B246FEE5E8}"/>
                </a:ext>
              </a:extLst>
            </p:cNvPr>
            <p:cNvSpPr>
              <a:spLocks noChangeAspect="1"/>
            </p:cNvSpPr>
            <p:nvPr/>
          </p:nvSpPr>
          <p:spPr>
            <a:xfrm>
              <a:off x="2708990" y="2185220"/>
              <a:ext cx="182882" cy="18288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590E883-DC72-C040-9883-140679225540}"/>
                </a:ext>
              </a:extLst>
            </p:cNvPr>
            <p:cNvSpPr>
              <a:spLocks noChangeAspect="1"/>
            </p:cNvSpPr>
            <p:nvPr/>
          </p:nvSpPr>
          <p:spPr>
            <a:xfrm>
              <a:off x="2706438" y="3079640"/>
              <a:ext cx="182882" cy="18288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E0AF629-DF0C-6645-80A4-24E929E3DD64}"/>
                </a:ext>
              </a:extLst>
            </p:cNvPr>
            <p:cNvSpPr>
              <a:spLocks noChangeAspect="1"/>
            </p:cNvSpPr>
            <p:nvPr/>
          </p:nvSpPr>
          <p:spPr>
            <a:xfrm>
              <a:off x="2709644" y="3928531"/>
              <a:ext cx="182882" cy="18288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13A67DC5-7104-BE4A-A140-93E9C016E24C}"/>
                </a:ext>
              </a:extLst>
            </p:cNvPr>
            <p:cNvSpPr>
              <a:spLocks noChangeAspect="1"/>
            </p:cNvSpPr>
            <p:nvPr/>
          </p:nvSpPr>
          <p:spPr>
            <a:xfrm>
              <a:off x="2701156" y="4811547"/>
              <a:ext cx="182882" cy="182882"/>
            </a:xfrm>
            <a:prstGeom prst="ellipse">
              <a:avLst/>
            </a:prstGeom>
            <a:solidFill>
              <a:srgbClr val="C0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3FE01B93-2D0C-2C46-B963-6CE67544899C}"/>
                </a:ext>
              </a:extLst>
            </p:cNvPr>
            <p:cNvSpPr>
              <a:spLocks noChangeAspect="1"/>
            </p:cNvSpPr>
            <p:nvPr/>
          </p:nvSpPr>
          <p:spPr>
            <a:xfrm>
              <a:off x="3123822" y="2154936"/>
              <a:ext cx="182882" cy="182882"/>
            </a:xfrm>
            <a:prstGeom prst="ellipse">
              <a:avLst/>
            </a:prstGeom>
            <a:solidFill>
              <a:srgbClr val="FF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B6149D8-EDCF-3F41-9C8D-06DB8CE3F704}"/>
                </a:ext>
              </a:extLst>
            </p:cNvPr>
            <p:cNvSpPr>
              <a:spLocks noChangeAspect="1"/>
            </p:cNvSpPr>
            <p:nvPr/>
          </p:nvSpPr>
          <p:spPr>
            <a:xfrm>
              <a:off x="4025939" y="3049359"/>
              <a:ext cx="182882" cy="182882"/>
            </a:xfrm>
            <a:prstGeom prst="ellipse">
              <a:avLst/>
            </a:prstGeom>
            <a:solidFill>
              <a:srgbClr val="FF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3136D2A4-5D73-794C-95DA-A0F71F723D79}"/>
                </a:ext>
              </a:extLst>
            </p:cNvPr>
            <p:cNvSpPr>
              <a:spLocks noChangeAspect="1"/>
            </p:cNvSpPr>
            <p:nvPr/>
          </p:nvSpPr>
          <p:spPr>
            <a:xfrm>
              <a:off x="4909831" y="3939085"/>
              <a:ext cx="182882" cy="182882"/>
            </a:xfrm>
            <a:prstGeom prst="ellipse">
              <a:avLst/>
            </a:prstGeom>
            <a:solidFill>
              <a:srgbClr val="FF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806CF0D4-2EB7-E546-80BB-D7629F959FF2}"/>
                </a:ext>
              </a:extLst>
            </p:cNvPr>
            <p:cNvSpPr>
              <a:spLocks noChangeAspect="1"/>
            </p:cNvSpPr>
            <p:nvPr/>
          </p:nvSpPr>
          <p:spPr>
            <a:xfrm>
              <a:off x="5780410" y="4816687"/>
              <a:ext cx="182882" cy="182882"/>
            </a:xfrm>
            <a:prstGeom prst="ellipse">
              <a:avLst/>
            </a:prstGeom>
            <a:solidFill>
              <a:srgbClr val="FF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8CD8256-3478-AD4D-88C5-5EC9699D0C9C}"/>
                    </a:ext>
                  </a:extLst>
                </p:cNvPr>
                <p:cNvSpPr txBox="1"/>
                <p:nvPr/>
              </p:nvSpPr>
              <p:spPr>
                <a:xfrm>
                  <a:off x="1899058" y="4616750"/>
                  <a:ext cx="636264"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C00000"/>
                            </a:solidFill>
                            <a:latin typeface="Cambria Math" panose="02040503050406030204" pitchFamily="18" charset="0"/>
                          </a:rPr>
                          <m:t>𝑎</m:t>
                        </m:r>
                        <m:r>
                          <a:rPr lang="en-US" b="0" i="1" smtClean="0">
                            <a:solidFill>
                              <a:schemeClr val="tx1"/>
                            </a:solidFill>
                            <a:latin typeface="Cambria Math" panose="02040503050406030204" pitchFamily="18" charset="0"/>
                          </a:rPr>
                          <m:t>=</m:t>
                        </m:r>
                        <m:r>
                          <a:rPr lang="en-US" b="0" i="1" smtClean="0">
                            <a:solidFill>
                              <a:srgbClr val="C00000"/>
                            </a:solidFill>
                            <a:latin typeface="Cambria Math" panose="02040503050406030204" pitchFamily="18" charset="0"/>
                          </a:rPr>
                          <m:t>𝐴</m:t>
                        </m:r>
                      </m:oMath>
                    </m:oMathPara>
                  </a14:m>
                  <a:endParaRPr lang="en-US" dirty="0">
                    <a:solidFill>
                      <a:srgbClr val="FF0000"/>
                    </a:solidFill>
                  </a:endParaRPr>
                </a:p>
              </p:txBody>
            </p:sp>
          </mc:Choice>
          <mc:Fallback xmlns="">
            <p:sp>
              <p:nvSpPr>
                <p:cNvPr id="34" name="TextBox 33">
                  <a:extLst>
                    <a:ext uri="{FF2B5EF4-FFF2-40B4-BE49-F238E27FC236}">
                      <a16:creationId xmlns:a16="http://schemas.microsoft.com/office/drawing/2014/main" id="{F8CD8256-3478-AD4D-88C5-5EC9699D0C9C}"/>
                    </a:ext>
                  </a:extLst>
                </p:cNvPr>
                <p:cNvSpPr txBox="1">
                  <a:spLocks noRot="1" noChangeAspect="1" noMove="1" noResize="1" noEditPoints="1" noAdjustHandles="1" noChangeArrowheads="1" noChangeShapeType="1" noTextEdit="1"/>
                </p:cNvSpPr>
                <p:nvPr/>
              </p:nvSpPr>
              <p:spPr>
                <a:xfrm>
                  <a:off x="1899058" y="4616750"/>
                  <a:ext cx="636264" cy="277000"/>
                </a:xfrm>
                <a:prstGeom prst="rect">
                  <a:avLst/>
                </a:prstGeom>
                <a:blipFill>
                  <a:blip r:embed="rId8"/>
                  <a:stretch>
                    <a:fillRect l="-5882" r="-7843"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C76A4CE2-9D8A-454E-B125-2D19329E06F9}"/>
                    </a:ext>
                  </a:extLst>
                </p:cNvPr>
                <p:cNvSpPr txBox="1"/>
                <p:nvPr/>
              </p:nvSpPr>
              <p:spPr>
                <a:xfrm>
                  <a:off x="6381598" y="1422766"/>
                  <a:ext cx="633636"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𝑝</m:t>
                        </m:r>
                        <m:r>
                          <a:rPr lang="en-US" b="0" i="1" smtClean="0">
                            <a:solidFill>
                              <a:schemeClr val="tx1"/>
                            </a:solidFill>
                            <a:latin typeface="Cambria Math" panose="02040503050406030204" pitchFamily="18" charset="0"/>
                          </a:rPr>
                          <m:t>=</m:t>
                        </m:r>
                        <m:r>
                          <a:rPr lang="en-US" b="0" i="1" smtClean="0">
                            <a:solidFill>
                              <a:srgbClr val="0070C0"/>
                            </a:solidFill>
                            <a:latin typeface="Cambria Math" panose="02040503050406030204" pitchFamily="18" charset="0"/>
                          </a:rPr>
                          <m:t>𝑃</m:t>
                        </m:r>
                      </m:oMath>
                    </m:oMathPara>
                  </a14:m>
                  <a:endParaRPr lang="en-US" dirty="0">
                    <a:solidFill>
                      <a:srgbClr val="0070C0"/>
                    </a:solidFill>
                  </a:endParaRPr>
                </a:p>
              </p:txBody>
            </p:sp>
          </mc:Choice>
          <mc:Fallback xmlns="">
            <p:sp>
              <p:nvSpPr>
                <p:cNvPr id="35" name="TextBox 34">
                  <a:extLst>
                    <a:ext uri="{FF2B5EF4-FFF2-40B4-BE49-F238E27FC236}">
                      <a16:creationId xmlns:a16="http://schemas.microsoft.com/office/drawing/2014/main" id="{C76A4CE2-9D8A-454E-B125-2D19329E06F9}"/>
                    </a:ext>
                  </a:extLst>
                </p:cNvPr>
                <p:cNvSpPr txBox="1">
                  <a:spLocks noRot="1" noChangeAspect="1" noMove="1" noResize="1" noEditPoints="1" noAdjustHandles="1" noChangeArrowheads="1" noChangeShapeType="1" noTextEdit="1"/>
                </p:cNvSpPr>
                <p:nvPr/>
              </p:nvSpPr>
              <p:spPr>
                <a:xfrm>
                  <a:off x="6381598" y="1422766"/>
                  <a:ext cx="633636" cy="277000"/>
                </a:xfrm>
                <a:prstGeom prst="rect">
                  <a:avLst/>
                </a:prstGeom>
                <a:blipFill>
                  <a:blip r:embed="rId9"/>
                  <a:stretch>
                    <a:fillRect l="-8000" r="-6000"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41037B8-268B-C048-A9EE-EA4CD3B80D9C}"/>
                    </a:ext>
                  </a:extLst>
                </p:cNvPr>
                <p:cNvSpPr txBox="1"/>
                <p:nvPr/>
              </p:nvSpPr>
              <p:spPr>
                <a:xfrm>
                  <a:off x="1909244" y="2113427"/>
                  <a:ext cx="616388"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C00000"/>
                            </a:solidFill>
                            <a:latin typeface="Cambria Math" panose="02040503050406030204" pitchFamily="18" charset="0"/>
                          </a:rPr>
                          <m:t>𝑎</m:t>
                        </m:r>
                        <m:r>
                          <a:rPr lang="en-US" b="0" i="1" smtClean="0">
                            <a:solidFill>
                              <a:schemeClr val="tx1"/>
                            </a:solidFill>
                            <a:latin typeface="Cambria Math" panose="02040503050406030204" pitchFamily="18" charset="0"/>
                          </a:rPr>
                          <m:t>=</m:t>
                        </m:r>
                        <m:r>
                          <a:rPr lang="en-US" b="0" i="1" smtClean="0">
                            <a:solidFill>
                              <a:srgbClr val="C00000"/>
                            </a:solidFill>
                            <a:latin typeface="Cambria Math" panose="02040503050406030204" pitchFamily="18" charset="0"/>
                          </a:rPr>
                          <m:t>1</m:t>
                        </m:r>
                      </m:oMath>
                    </m:oMathPara>
                  </a14:m>
                  <a:endParaRPr lang="en-US" dirty="0">
                    <a:solidFill>
                      <a:srgbClr val="FF0000"/>
                    </a:solidFill>
                  </a:endParaRPr>
                </a:p>
              </p:txBody>
            </p:sp>
          </mc:Choice>
          <mc:Fallback xmlns="">
            <p:sp>
              <p:nvSpPr>
                <p:cNvPr id="36" name="TextBox 35">
                  <a:extLst>
                    <a:ext uri="{FF2B5EF4-FFF2-40B4-BE49-F238E27FC236}">
                      <a16:creationId xmlns:a16="http://schemas.microsoft.com/office/drawing/2014/main" id="{141037B8-268B-C048-A9EE-EA4CD3B80D9C}"/>
                    </a:ext>
                  </a:extLst>
                </p:cNvPr>
                <p:cNvSpPr txBox="1">
                  <a:spLocks noRot="1" noChangeAspect="1" noMove="1" noResize="1" noEditPoints="1" noAdjustHandles="1" noChangeArrowheads="1" noChangeShapeType="1" noTextEdit="1"/>
                </p:cNvSpPr>
                <p:nvPr/>
              </p:nvSpPr>
              <p:spPr>
                <a:xfrm>
                  <a:off x="1909244" y="2113427"/>
                  <a:ext cx="616388" cy="277000"/>
                </a:xfrm>
                <a:prstGeom prst="rect">
                  <a:avLst/>
                </a:prstGeom>
                <a:blipFill>
                  <a:blip r:embed="rId10"/>
                  <a:stretch>
                    <a:fillRect l="-6122" r="-8163"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19ECE70-6061-3F4E-98DA-59CE05B0AE6D}"/>
                    </a:ext>
                  </a:extLst>
                </p:cNvPr>
                <p:cNvSpPr txBox="1"/>
                <p:nvPr/>
              </p:nvSpPr>
              <p:spPr>
                <a:xfrm>
                  <a:off x="2939207" y="1424376"/>
                  <a:ext cx="610746"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i="1" smtClean="0">
                            <a:solidFill>
                              <a:srgbClr val="0070C0"/>
                            </a:solidFill>
                            <a:latin typeface="Cambria Math" panose="02040503050406030204" pitchFamily="18" charset="0"/>
                          </a:rPr>
                          <m:t>p</m:t>
                        </m:r>
                        <m:r>
                          <a:rPr lang="en-US" b="0" i="1" smtClean="0">
                            <a:solidFill>
                              <a:schemeClr val="tx1"/>
                            </a:solidFill>
                            <a:latin typeface="Cambria Math" panose="02040503050406030204" pitchFamily="18" charset="0"/>
                          </a:rPr>
                          <m:t>=</m:t>
                        </m:r>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7" name="TextBox 36">
                  <a:extLst>
                    <a:ext uri="{FF2B5EF4-FFF2-40B4-BE49-F238E27FC236}">
                      <a16:creationId xmlns:a16="http://schemas.microsoft.com/office/drawing/2014/main" id="{F19ECE70-6061-3F4E-98DA-59CE05B0AE6D}"/>
                    </a:ext>
                  </a:extLst>
                </p:cNvPr>
                <p:cNvSpPr txBox="1">
                  <a:spLocks noRot="1" noChangeAspect="1" noMove="1" noResize="1" noEditPoints="1" noAdjustHandles="1" noChangeArrowheads="1" noChangeShapeType="1" noTextEdit="1"/>
                </p:cNvSpPr>
                <p:nvPr/>
              </p:nvSpPr>
              <p:spPr>
                <a:xfrm>
                  <a:off x="2939207" y="1424376"/>
                  <a:ext cx="610746" cy="277000"/>
                </a:xfrm>
                <a:prstGeom prst="rect">
                  <a:avLst/>
                </a:prstGeom>
                <a:blipFill>
                  <a:blip r:embed="rId11"/>
                  <a:stretch>
                    <a:fillRect l="-10417" r="-8333"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BD4A829-D37F-CC43-89CE-34C0974862AD}"/>
                    </a:ext>
                  </a:extLst>
                </p:cNvPr>
                <p:cNvSpPr txBox="1"/>
                <p:nvPr/>
              </p:nvSpPr>
              <p:spPr>
                <a:xfrm rot="2679362">
                  <a:off x="3724938" y="5573555"/>
                  <a:ext cx="595612"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8F00"/>
                            </a:solidFill>
                            <a:latin typeface="Cambria Math" panose="02040503050406030204" pitchFamily="18" charset="0"/>
                          </a:rPr>
                          <m:t>𝑐</m:t>
                        </m:r>
                        <m:r>
                          <a:rPr lang="en-US" b="0" i="1" smtClean="0">
                            <a:solidFill>
                              <a:schemeClr val="tx1"/>
                            </a:solidFill>
                            <a:latin typeface="Cambria Math" panose="02040503050406030204" pitchFamily="18" charset="0"/>
                          </a:rPr>
                          <m:t>=</m:t>
                        </m:r>
                        <m:r>
                          <a:rPr lang="en-US" b="0" i="1" smtClean="0">
                            <a:solidFill>
                              <a:srgbClr val="008F00"/>
                            </a:solidFill>
                            <a:latin typeface="Cambria Math" panose="02040503050406030204" pitchFamily="18" charset="0"/>
                          </a:rPr>
                          <m:t>1</m:t>
                        </m:r>
                      </m:oMath>
                    </m:oMathPara>
                  </a14:m>
                  <a:endParaRPr lang="en-US" dirty="0">
                    <a:solidFill>
                      <a:srgbClr val="008F00"/>
                    </a:solidFill>
                  </a:endParaRPr>
                </a:p>
              </p:txBody>
            </p:sp>
          </mc:Choice>
          <mc:Fallback xmlns="">
            <p:sp>
              <p:nvSpPr>
                <p:cNvPr id="38" name="TextBox 37">
                  <a:extLst>
                    <a:ext uri="{FF2B5EF4-FFF2-40B4-BE49-F238E27FC236}">
                      <a16:creationId xmlns:a16="http://schemas.microsoft.com/office/drawing/2014/main" id="{7BD4A829-D37F-CC43-89CE-34C0974862AD}"/>
                    </a:ext>
                  </a:extLst>
                </p:cNvPr>
                <p:cNvSpPr txBox="1">
                  <a:spLocks noRot="1" noChangeAspect="1" noMove="1" noResize="1" noEditPoints="1" noAdjustHandles="1" noChangeArrowheads="1" noChangeShapeType="1" noTextEdit="1"/>
                </p:cNvSpPr>
                <p:nvPr/>
              </p:nvSpPr>
              <p:spPr>
                <a:xfrm rot="2679362">
                  <a:off x="3724938" y="5573555"/>
                  <a:ext cx="595612" cy="277000"/>
                </a:xfrm>
                <a:prstGeom prst="rect">
                  <a:avLst/>
                </a:prstGeom>
                <a:blipFill>
                  <a:blip r:embed="rId12"/>
                  <a:stretch>
                    <a:fillRect l="-4082" r="-2041" b="-61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C122CD25-BE46-A74C-8525-9D141183167A}"/>
                    </a:ext>
                  </a:extLst>
                </p:cNvPr>
                <p:cNvSpPr txBox="1"/>
                <p:nvPr/>
              </p:nvSpPr>
              <p:spPr>
                <a:xfrm rot="2679362">
                  <a:off x="6738436" y="3140951"/>
                  <a:ext cx="2202962" cy="27700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8F00"/>
                            </a:solidFill>
                            <a:latin typeface="Cambria Math" panose="02040503050406030204" pitchFamily="18" charset="0"/>
                          </a:rPr>
                          <m:t>𝑐</m:t>
                        </m:r>
                        <m:r>
                          <a:rPr lang="en-US" b="0" i="1" smtClean="0">
                            <a:solidFill>
                              <a:schemeClr val="tx1"/>
                            </a:solidFill>
                            <a:latin typeface="Cambria Math" panose="02040503050406030204" pitchFamily="18" charset="0"/>
                          </a:rPr>
                          <m:t>=</m:t>
                        </m:r>
                        <m:r>
                          <a:rPr lang="en-US" b="0" i="1" smtClean="0">
                            <a:solidFill>
                              <a:srgbClr val="0070C0"/>
                            </a:solidFill>
                            <a:latin typeface="Cambria Math" panose="02040503050406030204" pitchFamily="18" charset="0"/>
                          </a:rPr>
                          <m:t>𝑃</m:t>
                        </m:r>
                        <m:r>
                          <a:rPr lang="en-US" b="0" i="1" smtClean="0">
                            <a:latin typeface="Cambria Math" panose="02040503050406030204" pitchFamily="18" charset="0"/>
                          </a:rPr>
                          <m:t>−1+</m:t>
                        </m:r>
                        <m:r>
                          <a:rPr lang="en-US" b="0" i="1" smtClean="0">
                            <a:solidFill>
                              <a:srgbClr val="C00000"/>
                            </a:solidFill>
                            <a:latin typeface="Cambria Math" panose="02040503050406030204" pitchFamily="18" charset="0"/>
                          </a:rPr>
                          <m:t>𝐴</m:t>
                        </m:r>
                      </m:oMath>
                    </m:oMathPara>
                  </a14:m>
                  <a:endParaRPr lang="en-US" dirty="0"/>
                </a:p>
              </p:txBody>
            </p:sp>
          </mc:Choice>
          <mc:Fallback xmlns="">
            <p:sp>
              <p:nvSpPr>
                <p:cNvPr id="39" name="TextBox 38">
                  <a:extLst>
                    <a:ext uri="{FF2B5EF4-FFF2-40B4-BE49-F238E27FC236}">
                      <a16:creationId xmlns:a16="http://schemas.microsoft.com/office/drawing/2014/main" id="{C122CD25-BE46-A74C-8525-9D141183167A}"/>
                    </a:ext>
                  </a:extLst>
                </p:cNvPr>
                <p:cNvSpPr txBox="1">
                  <a:spLocks noRot="1" noChangeAspect="1" noMove="1" noResize="1" noEditPoints="1" noAdjustHandles="1" noChangeArrowheads="1" noChangeShapeType="1" noTextEdit="1"/>
                </p:cNvSpPr>
                <p:nvPr/>
              </p:nvSpPr>
              <p:spPr>
                <a:xfrm rot="2679362">
                  <a:off x="6738436" y="3140951"/>
                  <a:ext cx="2202962" cy="277000"/>
                </a:xfrm>
                <a:prstGeom prst="rect">
                  <a:avLst/>
                </a:prstGeom>
                <a:blipFill>
                  <a:blip r:embed="rId13"/>
                  <a:stretch>
                    <a:fillRect/>
                  </a:stretch>
                </a:blipFill>
              </p:spPr>
              <p:txBody>
                <a:bodyPr/>
                <a:lstStyle/>
                <a:p>
                  <a:r>
                    <a:rPr lang="en-US">
                      <a:noFill/>
                    </a:rPr>
                    <a:t> </a:t>
                  </a:r>
                </a:p>
              </p:txBody>
            </p:sp>
          </mc:Fallback>
        </mc:AlternateContent>
        <p:sp>
          <p:nvSpPr>
            <p:cNvPr id="111" name="Freeform 110">
              <a:extLst>
                <a:ext uri="{FF2B5EF4-FFF2-40B4-BE49-F238E27FC236}">
                  <a16:creationId xmlns:a16="http://schemas.microsoft.com/office/drawing/2014/main" id="{DB5F6CC5-96D7-7247-B680-6884D9688E4C}"/>
                </a:ext>
              </a:extLst>
            </p:cNvPr>
            <p:cNvSpPr/>
            <p:nvPr/>
          </p:nvSpPr>
          <p:spPr>
            <a:xfrm rot="19766852">
              <a:off x="1958422" y="1464671"/>
              <a:ext cx="726676" cy="581340"/>
            </a:xfrm>
            <a:custGeom>
              <a:avLst/>
              <a:gdLst>
                <a:gd name="connsiteX0" fmla="*/ 726676 w 726676"/>
                <a:gd name="connsiteY0" fmla="*/ 581340 h 581340"/>
                <a:gd name="connsiteX1" fmla="*/ 581341 w 726676"/>
                <a:gd name="connsiteY1" fmla="*/ 175613 h 581340"/>
                <a:gd name="connsiteX2" fmla="*/ 0 w 726676"/>
                <a:gd name="connsiteY2" fmla="*/ 0 h 581340"/>
                <a:gd name="connsiteX3" fmla="*/ 0 w 726676"/>
                <a:gd name="connsiteY3" fmla="*/ 0 h 581340"/>
              </a:gdLst>
              <a:ahLst/>
              <a:cxnLst>
                <a:cxn ang="0">
                  <a:pos x="connsiteX0" y="connsiteY0"/>
                </a:cxn>
                <a:cxn ang="0">
                  <a:pos x="connsiteX1" y="connsiteY1"/>
                </a:cxn>
                <a:cxn ang="0">
                  <a:pos x="connsiteX2" y="connsiteY2"/>
                </a:cxn>
                <a:cxn ang="0">
                  <a:pos x="connsiteX3" y="connsiteY3"/>
                </a:cxn>
              </a:cxnLst>
              <a:rect l="l" t="t" r="r" b="b"/>
              <a:pathLst>
                <a:path w="726676" h="581340">
                  <a:moveTo>
                    <a:pt x="726676" y="581340"/>
                  </a:moveTo>
                  <a:cubicBezTo>
                    <a:pt x="714565" y="426921"/>
                    <a:pt x="702454" y="272503"/>
                    <a:pt x="581341" y="175613"/>
                  </a:cubicBezTo>
                  <a:cubicBezTo>
                    <a:pt x="460228" y="78723"/>
                    <a:pt x="0" y="0"/>
                    <a:pt x="0" y="0"/>
                  </a:cubicBezTo>
                  <a:lnTo>
                    <a:pt x="0" y="0"/>
                  </a:lnTo>
                </a:path>
              </a:pathLst>
            </a:custGeom>
            <a:noFill/>
            <a:ln w="19050">
              <a:solidFill>
                <a:schemeClr val="tx1"/>
              </a:solidFill>
              <a:headEnd type="stealth"/>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CABDDFE0-C69F-8449-B05A-5B88449D4890}"/>
                    </a:ext>
                  </a:extLst>
                </p:cNvPr>
                <p:cNvSpPr txBox="1"/>
                <p:nvPr/>
              </p:nvSpPr>
              <p:spPr>
                <a:xfrm>
                  <a:off x="1054081" y="1553037"/>
                  <a:ext cx="79489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e>
                        </m:d>
                      </m:oMath>
                    </m:oMathPara>
                  </a14:m>
                  <a:endParaRPr lang="en-US" dirty="0"/>
                </a:p>
              </p:txBody>
            </p:sp>
          </mc:Choice>
          <mc:Fallback xmlns="">
            <p:sp>
              <p:nvSpPr>
                <p:cNvPr id="112" name="TextBox 111">
                  <a:extLst>
                    <a:ext uri="{FF2B5EF4-FFF2-40B4-BE49-F238E27FC236}">
                      <a16:creationId xmlns:a16="http://schemas.microsoft.com/office/drawing/2014/main" id="{CABDDFE0-C69F-8449-B05A-5B88449D4890}"/>
                    </a:ext>
                  </a:extLst>
                </p:cNvPr>
                <p:cNvSpPr txBox="1">
                  <a:spLocks noRot="1" noChangeAspect="1" noMove="1" noResize="1" noEditPoints="1" noAdjustHandles="1" noChangeArrowheads="1" noChangeShapeType="1" noTextEdit="1"/>
                </p:cNvSpPr>
                <p:nvPr/>
              </p:nvSpPr>
              <p:spPr>
                <a:xfrm>
                  <a:off x="1054081" y="1553037"/>
                  <a:ext cx="794898" cy="276999"/>
                </a:xfrm>
                <a:prstGeom prst="rect">
                  <a:avLst/>
                </a:prstGeom>
                <a:blipFill>
                  <a:blip r:embed="rId14"/>
                  <a:stretch>
                    <a:fillRect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CA38660-F66B-804A-B115-1A320C9E4B38}"/>
                    </a:ext>
                  </a:extLst>
                </p:cNvPr>
                <p:cNvSpPr txBox="1"/>
                <p:nvPr/>
              </p:nvSpPr>
              <p:spPr>
                <a:xfrm>
                  <a:off x="170302" y="2719106"/>
                  <a:ext cx="2269917" cy="369332"/>
                </a:xfrm>
                <a:prstGeom prst="rect">
                  <a:avLst/>
                </a:prstGeom>
                <a:noFill/>
              </p:spPr>
              <p:txBody>
                <a:bodyPr wrap="none" rtlCol="0">
                  <a:spAutoFit/>
                </a:bodyPr>
                <a:lstStyle/>
                <a:p>
                  <a:r>
                    <a:rPr lang="en-US" dirty="0"/>
                    <a:t>cross-sectional </a:t>
                  </a:r>
                  <a14:m>
                    <m:oMath xmlns:m="http://schemas.openxmlformats.org/officeDocument/2006/math">
                      <m:r>
                        <m:rPr>
                          <m:sty m:val="p"/>
                        </m:rPr>
                        <a:rPr lang="en-US" i="1" smtClean="0">
                          <a:latin typeface="Cambria Math" panose="02040503050406030204" pitchFamily="18" charset="0"/>
                        </a:rPr>
                        <m:t>a</m:t>
                      </m:r>
                      <m:r>
                        <m:rPr>
                          <m:nor/>
                        </m:rPr>
                        <a:rPr lang="en-US" b="0" i="0" smtClean="0">
                          <a:latin typeface="Cambria Math" panose="02040503050406030204" pitchFamily="18" charset="0"/>
                        </a:rPr>
                        <m:t>g</m:t>
                      </m:r>
                      <m:r>
                        <m:rPr>
                          <m:sty m:val="p"/>
                        </m:rPr>
                        <a:rPr lang="en-US" b="0" i="0" smtClean="0">
                          <a:latin typeface="Cambria Math" panose="02040503050406030204" pitchFamily="18" charset="0"/>
                        </a:rPr>
                        <m:t>e</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 </m:t>
                      </m:r>
                    </m:oMath>
                  </a14:m>
                  <a:r>
                    <a:rPr lang="en-US" dirty="0"/>
                    <a:t> </a:t>
                  </a:r>
                </a:p>
              </p:txBody>
            </p:sp>
          </mc:Choice>
          <mc:Fallback xmlns="">
            <p:sp>
              <p:nvSpPr>
                <p:cNvPr id="2" name="TextBox 1">
                  <a:extLst>
                    <a:ext uri="{FF2B5EF4-FFF2-40B4-BE49-F238E27FC236}">
                      <a16:creationId xmlns:a16="http://schemas.microsoft.com/office/drawing/2014/main" id="{8CA38660-F66B-804A-B115-1A320C9E4B38}"/>
                    </a:ext>
                  </a:extLst>
                </p:cNvPr>
                <p:cNvSpPr txBox="1">
                  <a:spLocks noRot="1" noChangeAspect="1" noMove="1" noResize="1" noEditPoints="1" noAdjustHandles="1" noChangeArrowheads="1" noChangeShapeType="1" noTextEdit="1"/>
                </p:cNvSpPr>
                <p:nvPr/>
              </p:nvSpPr>
              <p:spPr>
                <a:xfrm>
                  <a:off x="170302" y="2719106"/>
                  <a:ext cx="2269917" cy="369332"/>
                </a:xfrm>
                <a:prstGeom prst="rect">
                  <a:avLst/>
                </a:prstGeom>
                <a:blipFill>
                  <a:blip r:embed="rId15"/>
                  <a:stretch>
                    <a:fillRect l="-2235" t="-10345" b="-275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F87C71AE-9439-5147-AF17-B6CBCC8295A4}"/>
                    </a:ext>
                  </a:extLst>
                </p:cNvPr>
                <p:cNvSpPr txBox="1"/>
                <p:nvPr/>
              </p:nvSpPr>
              <p:spPr>
                <a:xfrm>
                  <a:off x="5497622" y="5820385"/>
                  <a:ext cx="2010743" cy="369332"/>
                </a:xfrm>
                <a:prstGeom prst="rect">
                  <a:avLst/>
                </a:prstGeom>
                <a:noFill/>
              </p:spPr>
              <p:txBody>
                <a:bodyPr wrap="none" rtlCol="0">
                  <a:spAutoFit/>
                </a:bodyPr>
                <a:lstStyle/>
                <a:p>
                  <a:r>
                    <a:rPr lang="en-US" dirty="0"/>
                    <a:t>longitudinal </a:t>
                  </a:r>
                  <a14:m>
                    <m:oMath xmlns:m="http://schemas.openxmlformats.org/officeDocument/2006/math">
                      <m:r>
                        <m:rPr>
                          <m:sty m:val="p"/>
                        </m:rPr>
                        <a:rPr lang="en-US" i="1" smtClean="0">
                          <a:latin typeface="Cambria Math" panose="02040503050406030204" pitchFamily="18" charset="0"/>
                        </a:rPr>
                        <m:t>a</m:t>
                      </m:r>
                      <m:r>
                        <m:rPr>
                          <m:nor/>
                        </m:rPr>
                        <a:rPr lang="en-US" b="0" i="0" smtClean="0">
                          <a:latin typeface="Cambria Math" panose="02040503050406030204" pitchFamily="18" charset="0"/>
                        </a:rPr>
                        <m:t>g</m:t>
                      </m:r>
                      <m:r>
                        <m:rPr>
                          <m:sty m:val="p"/>
                        </m:rPr>
                        <a:rPr lang="en-US" b="0" i="0" smtClean="0">
                          <a:latin typeface="Cambria Math" panose="02040503050406030204" pitchFamily="18" charset="0"/>
                        </a:rPr>
                        <m:t>e</m:t>
                      </m:r>
                      <m:r>
                        <a:rPr lang="en-US" b="0" i="1" smtClean="0">
                          <a:latin typeface="Cambria Math" panose="02040503050406030204" pitchFamily="18" charset="0"/>
                        </a:rPr>
                        <m:t> </m:t>
                      </m:r>
                      <m:r>
                        <a:rPr lang="en-US" b="0" i="1" smtClean="0">
                          <a:latin typeface="Cambria Math" panose="02040503050406030204" pitchFamily="18" charset="0"/>
                        </a:rPr>
                        <m:t>↘</m:t>
                      </m:r>
                    </m:oMath>
                  </a14:m>
                  <a:endParaRPr lang="en-US" dirty="0"/>
                </a:p>
              </p:txBody>
            </p:sp>
          </mc:Choice>
          <mc:Fallback xmlns="">
            <p:sp>
              <p:nvSpPr>
                <p:cNvPr id="82" name="TextBox 81">
                  <a:extLst>
                    <a:ext uri="{FF2B5EF4-FFF2-40B4-BE49-F238E27FC236}">
                      <a16:creationId xmlns:a16="http://schemas.microsoft.com/office/drawing/2014/main" id="{F87C71AE-9439-5147-AF17-B6CBCC8295A4}"/>
                    </a:ext>
                  </a:extLst>
                </p:cNvPr>
                <p:cNvSpPr txBox="1">
                  <a:spLocks noRot="1" noChangeAspect="1" noMove="1" noResize="1" noEditPoints="1" noAdjustHandles="1" noChangeArrowheads="1" noChangeShapeType="1" noTextEdit="1"/>
                </p:cNvSpPr>
                <p:nvPr/>
              </p:nvSpPr>
              <p:spPr>
                <a:xfrm>
                  <a:off x="5497622" y="5820385"/>
                  <a:ext cx="2010743" cy="369332"/>
                </a:xfrm>
                <a:prstGeom prst="rect">
                  <a:avLst/>
                </a:prstGeom>
                <a:blipFill>
                  <a:blip r:embed="rId16"/>
                  <a:stretch>
                    <a:fillRect l="-2500" t="-6452"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C8604334-E53B-AB4B-A5B0-B62A1E852A42}"/>
                    </a:ext>
                  </a:extLst>
                </p:cNvPr>
                <p:cNvSpPr txBox="1"/>
                <p:nvPr/>
              </p:nvSpPr>
              <p:spPr>
                <a:xfrm>
                  <a:off x="3707741" y="863838"/>
                  <a:ext cx="114646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period</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83" name="TextBox 82">
                  <a:extLst>
                    <a:ext uri="{FF2B5EF4-FFF2-40B4-BE49-F238E27FC236}">
                      <a16:creationId xmlns:a16="http://schemas.microsoft.com/office/drawing/2014/main" id="{C8604334-E53B-AB4B-A5B0-B62A1E852A42}"/>
                    </a:ext>
                  </a:extLst>
                </p:cNvPr>
                <p:cNvSpPr txBox="1">
                  <a:spLocks noRot="1" noChangeAspect="1" noMove="1" noResize="1" noEditPoints="1" noAdjustHandles="1" noChangeArrowheads="1" noChangeShapeType="1" noTextEdit="1"/>
                </p:cNvSpPr>
                <p:nvPr/>
              </p:nvSpPr>
              <p:spPr>
                <a:xfrm>
                  <a:off x="3707741" y="863838"/>
                  <a:ext cx="1146468" cy="369332"/>
                </a:xfrm>
                <a:prstGeom prst="rect">
                  <a:avLst/>
                </a:prstGeom>
                <a:blipFill>
                  <a:blip r:embed="rId17"/>
                  <a:stretch>
                    <a:fillRect b="-17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E27CA06E-4AE7-A54B-AF0D-4E1693773A38}"/>
                    </a:ext>
                  </a:extLst>
                </p:cNvPr>
                <p:cNvSpPr txBox="1"/>
                <p:nvPr/>
              </p:nvSpPr>
              <p:spPr>
                <a:xfrm>
                  <a:off x="7273489" y="1596900"/>
                  <a:ext cx="109837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cohort</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84" name="TextBox 83">
                  <a:extLst>
                    <a:ext uri="{FF2B5EF4-FFF2-40B4-BE49-F238E27FC236}">
                      <a16:creationId xmlns:a16="http://schemas.microsoft.com/office/drawing/2014/main" id="{E27CA06E-4AE7-A54B-AF0D-4E1693773A38}"/>
                    </a:ext>
                  </a:extLst>
                </p:cNvPr>
                <p:cNvSpPr txBox="1">
                  <a:spLocks noRot="1" noChangeAspect="1" noMove="1" noResize="1" noEditPoints="1" noAdjustHandles="1" noChangeArrowheads="1" noChangeShapeType="1" noTextEdit="1"/>
                </p:cNvSpPr>
                <p:nvPr/>
              </p:nvSpPr>
              <p:spPr>
                <a:xfrm>
                  <a:off x="7273489" y="1596900"/>
                  <a:ext cx="1098378" cy="369332"/>
                </a:xfrm>
                <a:prstGeom prst="rect">
                  <a:avLst/>
                </a:prstGeom>
                <a:blipFill>
                  <a:blip r:embed="rId18"/>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F06A26EA-53EF-5443-B8BA-5A96E3515974}"/>
                  </a:ext>
                </a:extLst>
              </p:cNvPr>
              <p:cNvSpPr txBox="1"/>
              <p:nvPr/>
            </p:nvSpPr>
            <p:spPr>
              <a:xfrm>
                <a:off x="460377" y="5377547"/>
                <a:ext cx="2062231" cy="4678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1" i="1" smtClean="0">
                              <a:latin typeface="Cambria Math" panose="02040503050406030204" pitchFamily="18" charset="0"/>
                            </a:rPr>
                            <m:t>𝒂</m:t>
                          </m:r>
                        </m:e>
                        <m:sub>
                          <m:r>
                            <a:rPr lang="en-US" sz="1600" b="0" i="1" smtClean="0">
                              <a:latin typeface="Cambria Math" panose="02040503050406030204" pitchFamily="18" charset="0"/>
                            </a:rPr>
                            <m:t>∗</m:t>
                          </m:r>
                        </m:sub>
                      </m:sSub>
                      <m:d>
                        <m:dPr>
                          <m:ctrlPr>
                            <a:rPr lang="en-US" sz="1600" i="1" smtClean="0">
                              <a:latin typeface="Cambria Math" panose="02040503050406030204" pitchFamily="18" charset="0"/>
                            </a:rPr>
                          </m:ctrlPr>
                        </m:dPr>
                        <m:e>
                          <m:r>
                            <a:rPr lang="en-US" sz="1600" b="0" i="1" smtClean="0">
                              <a:latin typeface="Cambria Math" panose="02040503050406030204" pitchFamily="18" charset="0"/>
                            </a:rPr>
                            <m:t>𝑎</m:t>
                          </m:r>
                        </m:e>
                      </m:d>
                      <m:r>
                        <a:rPr lang="en-US" sz="1600" b="0" i="1" smtClean="0">
                          <a:latin typeface="Cambria Math" panose="02040503050406030204" pitchFamily="18" charset="0"/>
                        </a:rPr>
                        <m:t>=</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𝑎</m:t>
                              </m:r>
                            </m:e>
                            <m:sub>
                              <m:r>
                                <a:rPr lang="en-US" sz="1600" b="0" i="1" smtClean="0">
                                  <a:latin typeface="Cambria Math" panose="02040503050406030204" pitchFamily="18" charset="0"/>
                                </a:rPr>
                                <m:t>0</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m:t>
                              </m:r>
                            </m:num>
                            <m:den>
                              <m:r>
                                <a:rPr lang="en-US" sz="1600" b="0" i="1" smtClean="0">
                                  <a:latin typeface="Cambria Math" panose="02040503050406030204" pitchFamily="18" charset="0"/>
                                </a:rPr>
                                <m:t>2</m:t>
                              </m:r>
                            </m:den>
                          </m:f>
                        </m:e>
                      </m:d>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𝑎</m:t>
                      </m:r>
                    </m:oMath>
                  </m:oMathPara>
                </a14:m>
                <a:endParaRPr lang="en-US" sz="1600" b="0" dirty="0">
                  <a:ea typeface="Cambria Math" panose="02040503050406030204" pitchFamily="18" charset="0"/>
                </a:endParaRPr>
              </a:p>
            </p:txBody>
          </p:sp>
        </mc:Choice>
        <mc:Fallback xmlns="">
          <p:sp>
            <p:nvSpPr>
              <p:cNvPr id="86" name="TextBox 85">
                <a:extLst>
                  <a:ext uri="{FF2B5EF4-FFF2-40B4-BE49-F238E27FC236}">
                    <a16:creationId xmlns:a16="http://schemas.microsoft.com/office/drawing/2014/main" id="{F06A26EA-53EF-5443-B8BA-5A96E3515974}"/>
                  </a:ext>
                </a:extLst>
              </p:cNvPr>
              <p:cNvSpPr txBox="1">
                <a:spLocks noRot="1" noChangeAspect="1" noMove="1" noResize="1" noEditPoints="1" noAdjustHandles="1" noChangeArrowheads="1" noChangeShapeType="1" noTextEdit="1"/>
              </p:cNvSpPr>
              <p:nvPr/>
            </p:nvSpPr>
            <p:spPr>
              <a:xfrm>
                <a:off x="460377" y="5377547"/>
                <a:ext cx="2062231" cy="467820"/>
              </a:xfrm>
              <a:prstGeom prst="rect">
                <a:avLst/>
              </a:prstGeom>
              <a:blipFill>
                <a:blip r:embed="rId19"/>
                <a:stretch>
                  <a:fillRect l="-1227" t="-2632" r="-1227"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F8585B30-25F7-4D43-AD86-49570B4E8ED2}"/>
                  </a:ext>
                </a:extLst>
              </p:cNvPr>
              <p:cNvSpPr txBox="1"/>
              <p:nvPr/>
            </p:nvSpPr>
            <p:spPr>
              <a:xfrm>
                <a:off x="469140" y="5894611"/>
                <a:ext cx="2066015" cy="4678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1" i="1" smtClean="0">
                              <a:latin typeface="Cambria Math" panose="02040503050406030204" pitchFamily="18" charset="0"/>
                            </a:rPr>
                            <m:t>𝒑</m:t>
                          </m:r>
                        </m:e>
                        <m:sub>
                          <m:r>
                            <a:rPr lang="en-US" sz="1600" b="0" i="1" smtClean="0">
                              <a:latin typeface="Cambria Math" panose="02040503050406030204" pitchFamily="18" charset="0"/>
                            </a:rPr>
                            <m:t>∗</m:t>
                          </m:r>
                        </m:sub>
                      </m:sSub>
                      <m:d>
                        <m:dPr>
                          <m:ctrlPr>
                            <a:rPr lang="en-US" sz="1600" i="1" smtClean="0">
                              <a:latin typeface="Cambria Math" panose="02040503050406030204" pitchFamily="18" charset="0"/>
                            </a:rPr>
                          </m:ctrlPr>
                        </m:dPr>
                        <m:e>
                          <m:r>
                            <a:rPr lang="en-US" sz="1600" b="0" i="1" smtClean="0">
                              <a:latin typeface="Cambria Math" panose="02040503050406030204" pitchFamily="18" charset="0"/>
                            </a:rPr>
                            <m:t>𝑎</m:t>
                          </m:r>
                        </m:e>
                      </m:d>
                      <m:r>
                        <a:rPr lang="en-US" sz="1600" b="0" i="1" smtClean="0">
                          <a:latin typeface="Cambria Math" panose="02040503050406030204" pitchFamily="18" charset="0"/>
                        </a:rPr>
                        <m:t>=</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0</m:t>
                              </m:r>
                            </m:sub>
                          </m:sSub>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m:t>
                              </m:r>
                            </m:num>
                            <m:den>
                              <m:r>
                                <a:rPr lang="en-US" sz="1600" b="0" i="1" smtClean="0">
                                  <a:latin typeface="Cambria Math" panose="02040503050406030204" pitchFamily="18" charset="0"/>
                                </a:rPr>
                                <m:t>2</m:t>
                              </m:r>
                            </m:den>
                          </m:f>
                        </m:e>
                      </m:d>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𝑝</m:t>
                      </m:r>
                    </m:oMath>
                  </m:oMathPara>
                </a14:m>
                <a:endParaRPr lang="en-US" sz="1600" b="0" dirty="0">
                  <a:ea typeface="Cambria Math" panose="02040503050406030204" pitchFamily="18" charset="0"/>
                </a:endParaRPr>
              </a:p>
            </p:txBody>
          </p:sp>
        </mc:Choice>
        <mc:Fallback xmlns="">
          <p:sp>
            <p:nvSpPr>
              <p:cNvPr id="88" name="TextBox 87">
                <a:extLst>
                  <a:ext uri="{FF2B5EF4-FFF2-40B4-BE49-F238E27FC236}">
                    <a16:creationId xmlns:a16="http://schemas.microsoft.com/office/drawing/2014/main" id="{F8585B30-25F7-4D43-AD86-49570B4E8ED2}"/>
                  </a:ext>
                </a:extLst>
              </p:cNvPr>
              <p:cNvSpPr txBox="1">
                <a:spLocks noRot="1" noChangeAspect="1" noMove="1" noResize="1" noEditPoints="1" noAdjustHandles="1" noChangeArrowheads="1" noChangeShapeType="1" noTextEdit="1"/>
              </p:cNvSpPr>
              <p:nvPr/>
            </p:nvSpPr>
            <p:spPr>
              <a:xfrm>
                <a:off x="469140" y="5894611"/>
                <a:ext cx="2066015" cy="467820"/>
              </a:xfrm>
              <a:prstGeom prst="rect">
                <a:avLst/>
              </a:prstGeom>
              <a:blipFill>
                <a:blip r:embed="rId20"/>
                <a:stretch>
                  <a:fillRect l="-1829" t="-2632" r="-1829"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22503392-4CE2-6245-865B-19C7044293C3}"/>
                  </a:ext>
                </a:extLst>
              </p:cNvPr>
              <p:cNvSpPr txBox="1"/>
              <p:nvPr/>
            </p:nvSpPr>
            <p:spPr>
              <a:xfrm>
                <a:off x="298655" y="6437475"/>
                <a:ext cx="243630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1" i="1" smtClean="0">
                              <a:latin typeface="Cambria Math" panose="02040503050406030204" pitchFamily="18" charset="0"/>
                            </a:rPr>
                            <m:t>𝒄</m:t>
                          </m:r>
                        </m:e>
                        <m:sub>
                          <m:r>
                            <a:rPr lang="en-US" sz="1600" b="0" i="1" smtClean="0">
                              <a:latin typeface="Cambria Math" panose="02040503050406030204" pitchFamily="18" charset="0"/>
                            </a:rPr>
                            <m:t>∗</m:t>
                          </m:r>
                        </m:sub>
                      </m:sSub>
                      <m:d>
                        <m:dPr>
                          <m:ctrlPr>
                            <a:rPr lang="en-US" sz="1600" i="1" smtClean="0">
                              <a:latin typeface="Cambria Math" panose="02040503050406030204" pitchFamily="18" charset="0"/>
                            </a:rPr>
                          </m:ctrlPr>
                        </m:dPr>
                        <m:e>
                          <m:r>
                            <a:rPr lang="en-US" sz="1600" b="0" i="1" smtClean="0">
                              <a:latin typeface="Cambria Math" panose="02040503050406030204" pitchFamily="18" charset="0"/>
                            </a:rPr>
                            <m:t>𝑐</m:t>
                          </m:r>
                        </m:e>
                      </m:d>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1</m:t>
                          </m:r>
                        </m:e>
                      </m:d>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𝑎</m:t>
                          </m:r>
                        </m:e>
                        <m:sub>
                          <m:r>
                            <a:rPr lang="en-US" sz="1600" b="0" i="1" smtClean="0">
                              <a:latin typeface="Cambria Math" panose="02040503050406030204" pitchFamily="18" charset="0"/>
                            </a:rPr>
                            <m:t>∗</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𝐴</m:t>
                          </m:r>
                        </m:e>
                      </m:d>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𝑐</m:t>
                      </m:r>
                    </m:oMath>
                  </m:oMathPara>
                </a14:m>
                <a:endParaRPr lang="en-US" sz="1600" b="0" dirty="0">
                  <a:ea typeface="Cambria Math" panose="02040503050406030204" pitchFamily="18" charset="0"/>
                </a:endParaRPr>
              </a:p>
            </p:txBody>
          </p:sp>
        </mc:Choice>
        <mc:Fallback xmlns="">
          <p:sp>
            <p:nvSpPr>
              <p:cNvPr id="89" name="TextBox 88">
                <a:extLst>
                  <a:ext uri="{FF2B5EF4-FFF2-40B4-BE49-F238E27FC236}">
                    <a16:creationId xmlns:a16="http://schemas.microsoft.com/office/drawing/2014/main" id="{22503392-4CE2-6245-865B-19C7044293C3}"/>
                  </a:ext>
                </a:extLst>
              </p:cNvPr>
              <p:cNvSpPr txBox="1">
                <a:spLocks noRot="1" noChangeAspect="1" noMove="1" noResize="1" noEditPoints="1" noAdjustHandles="1" noChangeArrowheads="1" noChangeShapeType="1" noTextEdit="1"/>
              </p:cNvSpPr>
              <p:nvPr/>
            </p:nvSpPr>
            <p:spPr>
              <a:xfrm>
                <a:off x="298655" y="6437475"/>
                <a:ext cx="2436308" cy="246221"/>
              </a:xfrm>
              <a:prstGeom prst="rect">
                <a:avLst/>
              </a:prstGeom>
              <a:blipFill>
                <a:blip r:embed="rId21"/>
                <a:stretch>
                  <a:fillRect l="-1036" r="-518"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C2DAE86E-18DA-7E44-B5F4-A544203E70B2}"/>
                  </a:ext>
                </a:extLst>
              </p:cNvPr>
              <p:cNvSpPr txBox="1"/>
              <p:nvPr/>
            </p:nvSpPr>
            <p:spPr>
              <a:xfrm>
                <a:off x="1331934" y="3782361"/>
                <a:ext cx="294953"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2400" i="1" smtClean="0">
                          <a:latin typeface="Cambria Math" panose="02040503050406030204" pitchFamily="18" charset="0"/>
                          <a:ea typeface="Cambria Math" panose="02040503050406030204" pitchFamily="18" charset="0"/>
                        </a:rPr>
                        <m:t>Δ</m:t>
                      </m:r>
                    </m:oMath>
                  </m:oMathPara>
                </a14:m>
                <a:endParaRPr lang="en-US" sz="2400" dirty="0"/>
              </a:p>
            </p:txBody>
          </p:sp>
        </mc:Choice>
        <mc:Fallback xmlns="">
          <p:sp>
            <p:nvSpPr>
              <p:cNvPr id="179" name="TextBox 178">
                <a:extLst>
                  <a:ext uri="{FF2B5EF4-FFF2-40B4-BE49-F238E27FC236}">
                    <a16:creationId xmlns:a16="http://schemas.microsoft.com/office/drawing/2014/main" id="{C2DAE86E-18DA-7E44-B5F4-A544203E70B2}"/>
                  </a:ext>
                </a:extLst>
              </p:cNvPr>
              <p:cNvSpPr txBox="1">
                <a:spLocks noRot="1" noChangeAspect="1" noMove="1" noResize="1" noEditPoints="1" noAdjustHandles="1" noChangeArrowheads="1" noChangeShapeType="1" noTextEdit="1"/>
              </p:cNvSpPr>
              <p:nvPr/>
            </p:nvSpPr>
            <p:spPr>
              <a:xfrm>
                <a:off x="1331934" y="3782361"/>
                <a:ext cx="294953" cy="369332"/>
              </a:xfrm>
              <a:prstGeom prst="rect">
                <a:avLst/>
              </a:prstGeom>
              <a:blipFill>
                <a:blip r:embed="rId22"/>
                <a:stretch>
                  <a:fillRect l="-12500" r="-16667" b="-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0" name="TextBox 179">
                <a:extLst>
                  <a:ext uri="{FF2B5EF4-FFF2-40B4-BE49-F238E27FC236}">
                    <a16:creationId xmlns:a16="http://schemas.microsoft.com/office/drawing/2014/main" id="{D76C5E16-77C2-3847-A250-FB64B8ADAE40}"/>
                  </a:ext>
                </a:extLst>
              </p:cNvPr>
              <p:cNvSpPr txBox="1"/>
              <p:nvPr/>
            </p:nvSpPr>
            <p:spPr>
              <a:xfrm rot="16200000">
                <a:off x="750286" y="4367726"/>
                <a:ext cx="294953"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sz="2400" i="1" smtClean="0">
                          <a:latin typeface="Cambria Math" panose="02040503050406030204" pitchFamily="18" charset="0"/>
                          <a:ea typeface="Cambria Math" panose="02040503050406030204" pitchFamily="18" charset="0"/>
                        </a:rPr>
                        <m:t>Δ</m:t>
                      </m:r>
                    </m:oMath>
                  </m:oMathPara>
                </a14:m>
                <a:endParaRPr lang="en-US" sz="2400" dirty="0"/>
              </a:p>
            </p:txBody>
          </p:sp>
        </mc:Choice>
        <mc:Fallback xmlns="">
          <p:sp>
            <p:nvSpPr>
              <p:cNvPr id="180" name="TextBox 179">
                <a:extLst>
                  <a:ext uri="{FF2B5EF4-FFF2-40B4-BE49-F238E27FC236}">
                    <a16:creationId xmlns:a16="http://schemas.microsoft.com/office/drawing/2014/main" id="{D76C5E16-77C2-3847-A250-FB64B8ADAE40}"/>
                  </a:ext>
                </a:extLst>
              </p:cNvPr>
              <p:cNvSpPr txBox="1">
                <a:spLocks noRot="1" noChangeAspect="1" noMove="1" noResize="1" noEditPoints="1" noAdjustHandles="1" noChangeArrowheads="1" noChangeShapeType="1" noTextEdit="1"/>
              </p:cNvSpPr>
              <p:nvPr/>
            </p:nvSpPr>
            <p:spPr>
              <a:xfrm rot="16200000">
                <a:off x="750286" y="4367726"/>
                <a:ext cx="294953" cy="369332"/>
              </a:xfrm>
              <a:prstGeom prst="rect">
                <a:avLst/>
              </a:prstGeom>
              <a:blipFill>
                <a:blip r:embed="rId23"/>
                <a:stretch>
                  <a:fillRect t="-17391" r="-6897" b="-13043"/>
                </a:stretch>
              </a:blipFill>
            </p:spPr>
            <p:txBody>
              <a:bodyPr/>
              <a:lstStyle/>
              <a:p>
                <a:r>
                  <a:rPr lang="en-US">
                    <a:noFill/>
                  </a:rPr>
                  <a:t> </a:t>
                </a:r>
              </a:p>
            </p:txBody>
          </p:sp>
        </mc:Fallback>
      </mc:AlternateContent>
      <p:sp>
        <p:nvSpPr>
          <p:cNvPr id="181" name="Rectangle 180">
            <a:extLst>
              <a:ext uri="{FF2B5EF4-FFF2-40B4-BE49-F238E27FC236}">
                <a16:creationId xmlns:a16="http://schemas.microsoft.com/office/drawing/2014/main" id="{DA1D258D-D47E-2F48-8306-85C3C8EA28EB}"/>
              </a:ext>
            </a:extLst>
          </p:cNvPr>
          <p:cNvSpPr>
            <a:spLocks noChangeAspect="1"/>
          </p:cNvSpPr>
          <p:nvPr/>
        </p:nvSpPr>
        <p:spPr>
          <a:xfrm>
            <a:off x="1065501" y="4135327"/>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2" name="TextBox 181">
            <a:extLst>
              <a:ext uri="{FF2B5EF4-FFF2-40B4-BE49-F238E27FC236}">
                <a16:creationId xmlns:a16="http://schemas.microsoft.com/office/drawing/2014/main" id="{FB2DDC03-C638-CC41-BE01-EC3A15FA0BDA}"/>
              </a:ext>
            </a:extLst>
          </p:cNvPr>
          <p:cNvSpPr txBox="1"/>
          <p:nvPr/>
        </p:nvSpPr>
        <p:spPr>
          <a:xfrm>
            <a:off x="933564" y="4986951"/>
            <a:ext cx="1049775" cy="369332"/>
          </a:xfrm>
          <a:prstGeom prst="rect">
            <a:avLst/>
          </a:prstGeom>
          <a:noFill/>
        </p:spPr>
        <p:txBody>
          <a:bodyPr wrap="none" rtlCol="0">
            <a:spAutoFit/>
          </a:bodyPr>
          <a:lstStyle/>
          <a:p>
            <a:r>
              <a:rPr lang="en-US" dirty="0"/>
              <a:t>Midpoint</a:t>
            </a:r>
          </a:p>
        </p:txBody>
      </p:sp>
      <p:grpSp>
        <p:nvGrpSpPr>
          <p:cNvPr id="63" name="Group 62">
            <a:extLst>
              <a:ext uri="{FF2B5EF4-FFF2-40B4-BE49-F238E27FC236}">
                <a16:creationId xmlns:a16="http://schemas.microsoft.com/office/drawing/2014/main" id="{DD734107-6EE9-8C43-BAF3-44F1FC484DB1}"/>
              </a:ext>
            </a:extLst>
          </p:cNvPr>
          <p:cNvGrpSpPr/>
          <p:nvPr/>
        </p:nvGrpSpPr>
        <p:grpSpPr>
          <a:xfrm>
            <a:off x="7679328" y="1031111"/>
            <a:ext cx="4036503" cy="2432939"/>
            <a:chOff x="7570743" y="1031111"/>
            <a:chExt cx="4036503" cy="2432939"/>
          </a:xfrm>
        </p:grpSpPr>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BE1B14D-ECEE-E04F-A3AE-7C1EFD35C546}"/>
                    </a:ext>
                  </a:extLst>
                </p:cNvPr>
                <p:cNvSpPr txBox="1"/>
                <p:nvPr/>
              </p:nvSpPr>
              <p:spPr>
                <a:xfrm>
                  <a:off x="9082388" y="1031111"/>
                  <a:ext cx="2524858" cy="151862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50000"/>
                                <a:lumOff val="50000"/>
                              </a:schemeClr>
                            </a:solidFill>
                            <a:latin typeface="Cambria Math" panose="02040503050406030204" pitchFamily="18" charset="0"/>
                          </a:rPr>
                          <m:t>Y</m:t>
                        </m:r>
                        <m:r>
                          <a:rPr lang="en-US" b="0" i="1" smtClean="0">
                            <a:solidFill>
                              <a:schemeClr val="tx1">
                                <a:lumMod val="50000"/>
                                <a:lumOff val="50000"/>
                              </a:schemeClr>
                            </a:solidFill>
                            <a:latin typeface="Cambria Math" panose="02040503050406030204" pitchFamily="18" charset="0"/>
                          </a:rPr>
                          <m:t>=</m:t>
                        </m:r>
                        <m:d>
                          <m:dPr>
                            <m:begChr m:val="["/>
                            <m:endChr m:val="]"/>
                            <m:ctrlPr>
                              <a:rPr lang="en-US" b="0" i="1" smtClean="0">
                                <a:solidFill>
                                  <a:schemeClr val="tx1">
                                    <a:lumMod val="50000"/>
                                    <a:lumOff val="50000"/>
                                  </a:schemeClr>
                                </a:solidFill>
                                <a:latin typeface="Cambria Math" panose="02040503050406030204" pitchFamily="18" charset="0"/>
                              </a:rPr>
                            </m:ctrlPr>
                          </m:dPr>
                          <m:e>
                            <m:m>
                              <m:mPr>
                                <m:mcs>
                                  <m:mc>
                                    <m:mcPr>
                                      <m:count m:val="3"/>
                                      <m:mcJc m:val="center"/>
                                    </m:mcPr>
                                  </m:mc>
                                </m:mcs>
                                <m:ctrlPr>
                                  <a:rPr lang="en-US" i="1">
                                    <a:solidFill>
                                      <a:schemeClr val="tx1">
                                        <a:lumMod val="50000"/>
                                        <a:lumOff val="50000"/>
                                      </a:schemeClr>
                                    </a:solidFill>
                                    <a:latin typeface="Cambria Math" panose="02040503050406030204" pitchFamily="18" charset="0"/>
                                  </a:rPr>
                                </m:ctrlPr>
                              </m:mPr>
                              <m:mr>
                                <m:e>
                                  <m:sSub>
                                    <m:sSubPr>
                                      <m:ctrlPr>
                                        <a:rPr lang="en-US" i="1">
                                          <a:solidFill>
                                            <a:schemeClr val="tx1">
                                              <a:lumMod val="50000"/>
                                              <a:lumOff val="50000"/>
                                            </a:schemeClr>
                                          </a:solidFill>
                                          <a:latin typeface="Cambria Math" panose="02040503050406030204" pitchFamily="18" charset="0"/>
                                        </a:rPr>
                                      </m:ctrlPr>
                                    </m:sSubPr>
                                    <m:e>
                                      <m:r>
                                        <a:rPr lang="en-US" i="1">
                                          <a:solidFill>
                                            <a:schemeClr val="tx1">
                                              <a:lumMod val="50000"/>
                                              <a:lumOff val="50000"/>
                                            </a:schemeClr>
                                          </a:solidFill>
                                          <a:latin typeface="Cambria Math" panose="02040503050406030204" pitchFamily="18" charset="0"/>
                                        </a:rPr>
                                        <m:t>𝑦</m:t>
                                      </m:r>
                                    </m:e>
                                    <m:sub>
                                      <m:r>
                                        <a:rPr lang="en-US" i="1">
                                          <a:solidFill>
                                            <a:schemeClr val="tx1">
                                              <a:lumMod val="50000"/>
                                              <a:lumOff val="50000"/>
                                            </a:schemeClr>
                                          </a:solidFill>
                                          <a:latin typeface="Cambria Math" panose="02040503050406030204" pitchFamily="18" charset="0"/>
                                        </a:rPr>
                                        <m:t>11</m:t>
                                      </m:r>
                                    </m:sub>
                                  </m:sSub>
                                </m:e>
                                <m:e>
                                  <m:r>
                                    <a:rPr lang="en-US" i="1">
                                      <a:solidFill>
                                        <a:schemeClr val="tx1">
                                          <a:lumMod val="50000"/>
                                          <a:lumOff val="50000"/>
                                        </a:schemeClr>
                                      </a:solidFill>
                                      <a:latin typeface="Cambria Math" panose="02040503050406030204" pitchFamily="18" charset="0"/>
                                      <a:ea typeface="Cambria Math" panose="02040503050406030204" pitchFamily="18" charset="0"/>
                                    </a:rPr>
                                    <m:t>⋯</m:t>
                                  </m:r>
                                </m:e>
                                <m:e>
                                  <m:sSub>
                                    <m:sSubPr>
                                      <m:ctrlPr>
                                        <a:rPr lang="en-US" i="1">
                                          <a:solidFill>
                                            <a:schemeClr val="tx1">
                                              <a:lumMod val="50000"/>
                                              <a:lumOff val="50000"/>
                                            </a:schemeClr>
                                          </a:solidFill>
                                          <a:latin typeface="Cambria Math" panose="02040503050406030204" pitchFamily="18" charset="0"/>
                                        </a:rPr>
                                      </m:ctrlPr>
                                    </m:sSubPr>
                                    <m:e>
                                      <m:r>
                                        <a:rPr lang="en-US" i="1">
                                          <a:solidFill>
                                            <a:schemeClr val="tx1">
                                              <a:lumMod val="50000"/>
                                              <a:lumOff val="50000"/>
                                            </a:schemeClr>
                                          </a:solidFill>
                                          <a:latin typeface="Cambria Math" panose="02040503050406030204" pitchFamily="18" charset="0"/>
                                        </a:rPr>
                                        <m:t>𝑦</m:t>
                                      </m:r>
                                    </m:e>
                                    <m:sub>
                                      <m:r>
                                        <a:rPr lang="en-US" i="1">
                                          <a:solidFill>
                                            <a:schemeClr val="tx1">
                                              <a:lumMod val="50000"/>
                                              <a:lumOff val="50000"/>
                                            </a:schemeClr>
                                          </a:solidFill>
                                          <a:latin typeface="Cambria Math" panose="02040503050406030204" pitchFamily="18" charset="0"/>
                                        </a:rPr>
                                        <m:t>1</m:t>
                                      </m:r>
                                      <m:r>
                                        <a:rPr lang="en-US" i="1">
                                          <a:solidFill>
                                            <a:schemeClr val="tx1">
                                              <a:lumMod val="50000"/>
                                              <a:lumOff val="50000"/>
                                            </a:schemeClr>
                                          </a:solidFill>
                                          <a:latin typeface="Cambria Math" panose="02040503050406030204" pitchFamily="18" charset="0"/>
                                        </a:rPr>
                                        <m:t>𝑃</m:t>
                                      </m:r>
                                    </m:sub>
                                  </m:sSub>
                                </m:e>
                              </m:mr>
                              <m:mr>
                                <m:e>
                                  <m:r>
                                    <a:rPr lang="en-US" i="1">
                                      <a:solidFill>
                                        <a:schemeClr val="tx1">
                                          <a:lumMod val="50000"/>
                                          <a:lumOff val="50000"/>
                                        </a:schemeClr>
                                      </a:solidFill>
                                      <a:latin typeface="Cambria Math" panose="02040503050406030204" pitchFamily="18" charset="0"/>
                                      <a:ea typeface="Cambria Math" panose="02040503050406030204" pitchFamily="18" charset="0"/>
                                    </a:rPr>
                                    <m:t>⋮</m:t>
                                  </m:r>
                                </m:e>
                                <m:e>
                                  <m:sSub>
                                    <m:sSubPr>
                                      <m:ctrlPr>
                                        <a:rPr lang="en-US" i="1">
                                          <a:solidFill>
                                            <a:schemeClr val="tx1">
                                              <a:lumMod val="50000"/>
                                              <a:lumOff val="50000"/>
                                            </a:schemeClr>
                                          </a:solidFill>
                                          <a:latin typeface="Cambria Math" panose="02040503050406030204" pitchFamily="18" charset="0"/>
                                        </a:rPr>
                                      </m:ctrlPr>
                                    </m:sSubPr>
                                    <m:e>
                                      <m:r>
                                        <a:rPr lang="en-US" i="1">
                                          <a:solidFill>
                                            <a:schemeClr val="tx1">
                                              <a:lumMod val="50000"/>
                                              <a:lumOff val="50000"/>
                                            </a:schemeClr>
                                          </a:solidFill>
                                          <a:latin typeface="Cambria Math" panose="02040503050406030204" pitchFamily="18" charset="0"/>
                                        </a:rPr>
                                        <m:t>𝑦</m:t>
                                      </m:r>
                                    </m:e>
                                    <m:sub>
                                      <m:r>
                                        <a:rPr lang="en-US" i="1">
                                          <a:solidFill>
                                            <a:schemeClr val="tx1">
                                              <a:lumMod val="50000"/>
                                              <a:lumOff val="50000"/>
                                            </a:schemeClr>
                                          </a:solidFill>
                                          <a:latin typeface="Cambria Math" panose="02040503050406030204" pitchFamily="18" charset="0"/>
                                        </a:rPr>
                                        <m:t>𝑎𝑝</m:t>
                                      </m:r>
                                    </m:sub>
                                  </m:sSub>
                                </m:e>
                                <m:e>
                                  <m:r>
                                    <a:rPr lang="en-US" i="1">
                                      <a:solidFill>
                                        <a:schemeClr val="tx1">
                                          <a:lumMod val="50000"/>
                                          <a:lumOff val="50000"/>
                                        </a:schemeClr>
                                      </a:solidFill>
                                      <a:latin typeface="Cambria Math" panose="02040503050406030204" pitchFamily="18" charset="0"/>
                                      <a:ea typeface="Cambria Math" panose="02040503050406030204" pitchFamily="18" charset="0"/>
                                    </a:rPr>
                                    <m:t>⋮</m:t>
                                  </m:r>
                                </m:e>
                              </m:mr>
                              <m:mr>
                                <m:e>
                                  <m:sSub>
                                    <m:sSubPr>
                                      <m:ctrlPr>
                                        <a:rPr lang="en-US" i="1">
                                          <a:solidFill>
                                            <a:schemeClr val="tx1">
                                              <a:lumMod val="50000"/>
                                              <a:lumOff val="50000"/>
                                            </a:schemeClr>
                                          </a:solidFill>
                                          <a:latin typeface="Cambria Math" panose="02040503050406030204" pitchFamily="18" charset="0"/>
                                        </a:rPr>
                                      </m:ctrlPr>
                                    </m:sSubPr>
                                    <m:e>
                                      <m:r>
                                        <a:rPr lang="en-US" i="1">
                                          <a:solidFill>
                                            <a:schemeClr val="tx1">
                                              <a:lumMod val="50000"/>
                                              <a:lumOff val="50000"/>
                                            </a:schemeClr>
                                          </a:solidFill>
                                          <a:latin typeface="Cambria Math" panose="02040503050406030204" pitchFamily="18" charset="0"/>
                                        </a:rPr>
                                        <m:t>𝑦</m:t>
                                      </m:r>
                                    </m:e>
                                    <m:sub>
                                      <m:r>
                                        <a:rPr lang="en-US" i="1">
                                          <a:solidFill>
                                            <a:schemeClr val="tx1">
                                              <a:lumMod val="50000"/>
                                              <a:lumOff val="50000"/>
                                            </a:schemeClr>
                                          </a:solidFill>
                                          <a:latin typeface="Cambria Math" panose="02040503050406030204" pitchFamily="18" charset="0"/>
                                        </a:rPr>
                                        <m:t>𝐴</m:t>
                                      </m:r>
                                      <m:r>
                                        <a:rPr lang="en-US" i="1">
                                          <a:solidFill>
                                            <a:schemeClr val="tx1">
                                              <a:lumMod val="50000"/>
                                              <a:lumOff val="50000"/>
                                            </a:schemeClr>
                                          </a:solidFill>
                                          <a:latin typeface="Cambria Math" panose="02040503050406030204" pitchFamily="18" charset="0"/>
                                        </a:rPr>
                                        <m:t>1</m:t>
                                      </m:r>
                                    </m:sub>
                                  </m:sSub>
                                </m:e>
                                <m:e>
                                  <m:r>
                                    <a:rPr lang="en-US" i="1">
                                      <a:solidFill>
                                        <a:schemeClr val="tx1">
                                          <a:lumMod val="50000"/>
                                          <a:lumOff val="50000"/>
                                        </a:schemeClr>
                                      </a:solidFill>
                                      <a:latin typeface="Cambria Math" panose="02040503050406030204" pitchFamily="18" charset="0"/>
                                      <a:ea typeface="Cambria Math" panose="02040503050406030204" pitchFamily="18" charset="0"/>
                                    </a:rPr>
                                    <m:t>⋯</m:t>
                                  </m:r>
                                </m:e>
                                <m:e>
                                  <m:sSub>
                                    <m:sSubPr>
                                      <m:ctrlPr>
                                        <a:rPr lang="en-US" i="1">
                                          <a:solidFill>
                                            <a:schemeClr val="tx1">
                                              <a:lumMod val="50000"/>
                                              <a:lumOff val="50000"/>
                                            </a:schemeClr>
                                          </a:solidFill>
                                          <a:latin typeface="Cambria Math" panose="02040503050406030204" pitchFamily="18" charset="0"/>
                                        </a:rPr>
                                      </m:ctrlPr>
                                    </m:sSubPr>
                                    <m:e>
                                      <m:r>
                                        <a:rPr lang="en-US" i="1">
                                          <a:solidFill>
                                            <a:schemeClr val="tx1">
                                              <a:lumMod val="50000"/>
                                              <a:lumOff val="50000"/>
                                            </a:schemeClr>
                                          </a:solidFill>
                                          <a:latin typeface="Cambria Math" panose="02040503050406030204" pitchFamily="18" charset="0"/>
                                        </a:rPr>
                                        <m:t>𝑦</m:t>
                                      </m:r>
                                    </m:e>
                                    <m:sub>
                                      <m:r>
                                        <a:rPr lang="en-US" i="1">
                                          <a:solidFill>
                                            <a:schemeClr val="tx1">
                                              <a:lumMod val="50000"/>
                                              <a:lumOff val="50000"/>
                                            </a:schemeClr>
                                          </a:solidFill>
                                          <a:latin typeface="Cambria Math" panose="02040503050406030204" pitchFamily="18" charset="0"/>
                                        </a:rPr>
                                        <m:t>𝐴𝑃</m:t>
                                      </m:r>
                                    </m:sub>
                                  </m:sSub>
                                </m:e>
                              </m:mr>
                            </m:m>
                          </m:e>
                        </m:d>
                      </m:oMath>
                    </m:oMathPara>
                  </a14:m>
                  <a:endParaRPr lang="en-US" dirty="0">
                    <a:solidFill>
                      <a:schemeClr val="tx1">
                        <a:lumMod val="50000"/>
                        <a:lumOff val="50000"/>
                      </a:schemeClr>
                    </a:solidFill>
                  </a:endParaRPr>
                </a:p>
                <a:p>
                  <a:endParaRPr lang="en-US" sz="900" b="1" i="1" dirty="0">
                    <a:solidFill>
                      <a:schemeClr val="tx1">
                        <a:lumMod val="50000"/>
                        <a:lumOff val="5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1" i="1" smtClean="0">
                            <a:solidFill>
                              <a:schemeClr val="tx1">
                                <a:lumMod val="50000"/>
                                <a:lumOff val="50000"/>
                              </a:schemeClr>
                            </a:solidFill>
                            <a:latin typeface="Cambria Math" panose="02040503050406030204" pitchFamily="18" charset="0"/>
                          </a:rPr>
                          <m:t>𝒚</m:t>
                        </m:r>
                        <m:r>
                          <a:rPr lang="en-US" b="0" i="1" smtClean="0">
                            <a:solidFill>
                              <a:schemeClr val="tx1">
                                <a:lumMod val="50000"/>
                                <a:lumOff val="50000"/>
                              </a:schemeClr>
                            </a:solidFill>
                            <a:latin typeface="Cambria Math" panose="02040503050406030204" pitchFamily="18" charset="0"/>
                          </a:rPr>
                          <m:t>=</m:t>
                        </m:r>
                        <m:r>
                          <m:rPr>
                            <m:sty m:val="p"/>
                          </m:rPr>
                          <a:rPr lang="en-US" b="0" i="0" smtClean="0">
                            <a:solidFill>
                              <a:schemeClr val="tx1">
                                <a:lumMod val="50000"/>
                                <a:lumOff val="50000"/>
                              </a:schemeClr>
                            </a:solidFill>
                            <a:latin typeface="Cambria Math" panose="02040503050406030204" pitchFamily="18" charset="0"/>
                          </a:rPr>
                          <m:t>vec</m:t>
                        </m:r>
                        <m:r>
                          <a:rPr lang="en-US" b="0" i="1" smtClean="0">
                            <a:solidFill>
                              <a:schemeClr val="tx1">
                                <a:lumMod val="50000"/>
                                <a:lumOff val="50000"/>
                              </a:schemeClr>
                            </a:solidFill>
                            <a:latin typeface="Cambria Math" panose="02040503050406030204" pitchFamily="18" charset="0"/>
                          </a:rPr>
                          <m:t>(</m:t>
                        </m:r>
                        <m:r>
                          <m:rPr>
                            <m:sty m:val="p"/>
                          </m:rPr>
                          <a:rPr lang="en-US" b="0" i="0" smtClean="0">
                            <a:solidFill>
                              <a:schemeClr val="tx1">
                                <a:lumMod val="50000"/>
                                <a:lumOff val="50000"/>
                              </a:schemeClr>
                            </a:solidFill>
                            <a:latin typeface="Cambria Math" panose="02040503050406030204" pitchFamily="18" charset="0"/>
                          </a:rPr>
                          <m:t>Y</m:t>
                        </m:r>
                        <m:r>
                          <a:rPr lang="en-US" b="0" i="1" smtClean="0">
                            <a:solidFill>
                              <a:schemeClr val="tx1">
                                <a:lumMod val="50000"/>
                                <a:lumOff val="50000"/>
                              </a:schemeClr>
                            </a:solidFill>
                            <a:latin typeface="Cambria Math" panose="02040503050406030204" pitchFamily="18" charset="0"/>
                          </a:rPr>
                          <m:t>)</m:t>
                        </m:r>
                      </m:oMath>
                    </m:oMathPara>
                  </a14:m>
                  <a:endParaRPr lang="en-US" dirty="0">
                    <a:solidFill>
                      <a:schemeClr val="tx1">
                        <a:lumMod val="50000"/>
                        <a:lumOff val="50000"/>
                      </a:schemeClr>
                    </a:solidFill>
                  </a:endParaRPr>
                </a:p>
                <a:p>
                  <a:pPr/>
                  <a14:m>
                    <m:oMathPara xmlns:m="http://schemas.openxmlformats.org/officeDocument/2006/math">
                      <m:oMathParaPr>
                        <m:jc m:val="centerGroup"/>
                      </m:oMathParaPr>
                      <m:oMath xmlns:m="http://schemas.openxmlformats.org/officeDocument/2006/math">
                        <m:r>
                          <a:rPr lang="en-US" b="1" i="1" smtClean="0">
                            <a:solidFill>
                              <a:schemeClr val="tx1">
                                <a:lumMod val="50000"/>
                                <a:lumOff val="50000"/>
                              </a:schemeClr>
                            </a:solidFill>
                            <a:latin typeface="Cambria Math" panose="02040503050406030204" pitchFamily="18" charset="0"/>
                            <a:ea typeface="Cambria Math" panose="02040503050406030204" pitchFamily="18" charset="0"/>
                          </a:rPr>
                          <m:t>𝝂</m:t>
                        </m:r>
                        <m:r>
                          <a:rPr lang="en-US" b="0" i="1" smtClean="0">
                            <a:solidFill>
                              <a:schemeClr val="tx1">
                                <a:lumMod val="50000"/>
                                <a:lumOff val="50000"/>
                              </a:schemeClr>
                            </a:solidFill>
                            <a:latin typeface="Cambria Math" panose="02040503050406030204" pitchFamily="18" charset="0"/>
                            <a:ea typeface="Cambria Math" panose="02040503050406030204" pitchFamily="18" charset="0"/>
                          </a:rPr>
                          <m:t>=</m:t>
                        </m:r>
                        <m:r>
                          <m:rPr>
                            <m:sty m:val="p"/>
                          </m:rPr>
                          <a:rPr lang="en-US" b="0" i="0" smtClean="0">
                            <a:solidFill>
                              <a:schemeClr val="tx1">
                                <a:lumMod val="50000"/>
                                <a:lumOff val="50000"/>
                              </a:schemeClr>
                            </a:solidFill>
                            <a:latin typeface="Cambria Math" panose="02040503050406030204" pitchFamily="18" charset="0"/>
                            <a:ea typeface="Cambria Math" panose="02040503050406030204" pitchFamily="18" charset="0"/>
                          </a:rPr>
                          <m:t>log</m:t>
                        </m:r>
                        <m:r>
                          <a:rPr lang="en-US" b="0" i="1" smtClean="0">
                            <a:solidFill>
                              <a:schemeClr val="tx1">
                                <a:lumMod val="50000"/>
                                <a:lumOff val="50000"/>
                              </a:schemeClr>
                            </a:solidFill>
                            <a:latin typeface="Cambria Math" panose="02040503050406030204" pitchFamily="18" charset="0"/>
                            <a:ea typeface="Cambria Math" panose="02040503050406030204" pitchFamily="18" charset="0"/>
                          </a:rPr>
                          <m:t>⁡</m:t>
                        </m:r>
                        <m:d>
                          <m:dPr>
                            <m:ctrlPr>
                              <a:rPr lang="en-US" i="1" smtClean="0">
                                <a:solidFill>
                                  <a:schemeClr val="tx1">
                                    <a:lumMod val="50000"/>
                                    <a:lumOff val="50000"/>
                                  </a:schemeClr>
                                </a:solidFill>
                                <a:latin typeface="Cambria Math" panose="02040503050406030204" pitchFamily="18" charset="0"/>
                                <a:ea typeface="Cambria Math" panose="02040503050406030204" pitchFamily="18" charset="0"/>
                              </a:rPr>
                            </m:ctrlPr>
                          </m:dPr>
                          <m:e>
                            <m:r>
                              <a:rPr lang="en-US" b="1" i="1" smtClean="0">
                                <a:solidFill>
                                  <a:schemeClr val="tx1">
                                    <a:lumMod val="50000"/>
                                    <a:lumOff val="50000"/>
                                  </a:schemeClr>
                                </a:solidFill>
                                <a:latin typeface="Cambria Math" panose="02040503050406030204" pitchFamily="18" charset="0"/>
                                <a:ea typeface="Cambria Math" panose="02040503050406030204" pitchFamily="18" charset="0"/>
                              </a:rPr>
                              <m:t>𝒚</m:t>
                            </m:r>
                          </m:e>
                        </m:d>
                      </m:oMath>
                    </m:oMathPara>
                  </a14:m>
                  <a:endParaRPr lang="en-US" dirty="0"/>
                </a:p>
              </p:txBody>
            </p:sp>
          </mc:Choice>
          <mc:Fallback xmlns="">
            <p:sp>
              <p:nvSpPr>
                <p:cNvPr id="85" name="TextBox 84">
                  <a:extLst>
                    <a:ext uri="{FF2B5EF4-FFF2-40B4-BE49-F238E27FC236}">
                      <a16:creationId xmlns:a16="http://schemas.microsoft.com/office/drawing/2014/main" id="{DBE1B14D-ECEE-E04F-A3AE-7C1EFD35C546}"/>
                    </a:ext>
                  </a:extLst>
                </p:cNvPr>
                <p:cNvSpPr txBox="1">
                  <a:spLocks noRot="1" noChangeAspect="1" noMove="1" noResize="1" noEditPoints="1" noAdjustHandles="1" noChangeArrowheads="1" noChangeShapeType="1" noTextEdit="1"/>
                </p:cNvSpPr>
                <p:nvPr/>
              </p:nvSpPr>
              <p:spPr>
                <a:xfrm>
                  <a:off x="9082388" y="1031111"/>
                  <a:ext cx="2524858" cy="1518621"/>
                </a:xfrm>
                <a:prstGeom prst="rect">
                  <a:avLst/>
                </a:prstGeom>
                <a:blipFill>
                  <a:blip r:embed="rId24"/>
                  <a:stretch>
                    <a:fillRect b="-3333"/>
                  </a:stretch>
                </a:blipFill>
              </p:spPr>
              <p:txBody>
                <a:bodyPr/>
                <a:lstStyle/>
                <a:p>
                  <a:r>
                    <a:rPr lang="en-US">
                      <a:noFill/>
                    </a:rPr>
                    <a:t> </a:t>
                  </a:r>
                </a:p>
              </p:txBody>
            </p:sp>
          </mc:Fallback>
        </mc:AlternateContent>
        <p:sp>
          <p:nvSpPr>
            <p:cNvPr id="62" name="TextBox 61">
              <a:extLst>
                <a:ext uri="{FF2B5EF4-FFF2-40B4-BE49-F238E27FC236}">
                  <a16:creationId xmlns:a16="http://schemas.microsoft.com/office/drawing/2014/main" id="{E5288414-1162-1D42-ACDF-D5C3B327A324}"/>
                </a:ext>
              </a:extLst>
            </p:cNvPr>
            <p:cNvSpPr txBox="1"/>
            <p:nvPr/>
          </p:nvSpPr>
          <p:spPr>
            <a:xfrm>
              <a:off x="7570743" y="1196884"/>
              <a:ext cx="1771703" cy="461665"/>
            </a:xfrm>
            <a:prstGeom prst="rect">
              <a:avLst/>
            </a:prstGeom>
            <a:noFill/>
          </p:spPr>
          <p:txBody>
            <a:bodyPr wrap="none" rtlCol="0">
              <a:spAutoFit/>
            </a:bodyPr>
            <a:lstStyle/>
            <a:p>
              <a:r>
                <a:rPr lang="en-US" sz="2400" b="1" dirty="0"/>
                <a:t>Rate Matrix:</a:t>
              </a:r>
            </a:p>
          </p:txBody>
        </p:sp>
        <p:sp>
          <p:nvSpPr>
            <p:cNvPr id="254" name="Rectangle 253">
              <a:extLst>
                <a:ext uri="{FF2B5EF4-FFF2-40B4-BE49-F238E27FC236}">
                  <a16:creationId xmlns:a16="http://schemas.microsoft.com/office/drawing/2014/main" id="{4B3B39F0-8899-A741-8825-332AA3A50DB9}"/>
                </a:ext>
              </a:extLst>
            </p:cNvPr>
            <p:cNvSpPr>
              <a:spLocks noChangeAspect="1"/>
            </p:cNvSpPr>
            <p:nvPr/>
          </p:nvSpPr>
          <p:spPr>
            <a:xfrm>
              <a:off x="10151275" y="2633341"/>
              <a:ext cx="830711" cy="830709"/>
            </a:xfrm>
            <a:prstGeom prst="rect">
              <a:avLst/>
            </a:prstGeom>
            <a:solidFill>
              <a:schemeClr val="accent4">
                <a:lumMod val="20000"/>
                <a:lumOff val="80000"/>
                <a:alpha val="28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6" name="TextBox 255">
                  <a:extLst>
                    <a:ext uri="{FF2B5EF4-FFF2-40B4-BE49-F238E27FC236}">
                      <a16:creationId xmlns:a16="http://schemas.microsoft.com/office/drawing/2014/main" id="{602D4295-4E44-6740-A772-F95E35236142}"/>
                    </a:ext>
                  </a:extLst>
                </p:cNvPr>
                <p:cNvSpPr txBox="1"/>
                <p:nvPr/>
              </p:nvSpPr>
              <p:spPr>
                <a:xfrm>
                  <a:off x="10198186" y="2668492"/>
                  <a:ext cx="722698" cy="76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1600" i="1" smtClean="0">
                                <a:latin typeface="Cambria Math" panose="02040503050406030204" pitchFamily="18" charset="0"/>
                              </a:rPr>
                            </m:ctrlPr>
                          </m:mPr>
                          <m:mr>
                            <m:e>
                              <m:sSub>
                                <m:sSubPr>
                                  <m:ctrlPr>
                                    <a:rPr lang="en-US" sz="1600" i="1" smtClean="0">
                                      <a:solidFill>
                                        <a:schemeClr val="tx1">
                                          <a:lumMod val="50000"/>
                                          <a:lumOff val="50000"/>
                                        </a:schemeClr>
                                      </a:solidFill>
                                      <a:latin typeface="Cambria Math" panose="02040503050406030204" pitchFamily="18" charset="0"/>
                                    </a:rPr>
                                  </m:ctrlPr>
                                </m:sSubPr>
                                <m:e>
                                  <m:r>
                                    <a:rPr lang="en-US" sz="1600" b="0" i="1" smtClean="0">
                                      <a:solidFill>
                                        <a:schemeClr val="tx1">
                                          <a:lumMod val="50000"/>
                                          <a:lumOff val="50000"/>
                                        </a:schemeClr>
                                      </a:solidFill>
                                      <a:latin typeface="Cambria Math" panose="02040503050406030204" pitchFamily="18" charset="0"/>
                                    </a:rPr>
                                    <m:t>𝑦</m:t>
                                  </m:r>
                                </m:e>
                                <m:sub>
                                  <m:r>
                                    <a:rPr lang="en-US" sz="1600" b="0" i="1" smtClean="0">
                                      <a:solidFill>
                                        <a:schemeClr val="tx1">
                                          <a:lumMod val="50000"/>
                                          <a:lumOff val="50000"/>
                                        </a:schemeClr>
                                      </a:solidFill>
                                      <a:latin typeface="Cambria Math" panose="02040503050406030204" pitchFamily="18" charset="0"/>
                                    </a:rPr>
                                    <m:t>𝑎𝑝</m:t>
                                  </m:r>
                                </m:sub>
                              </m:sSub>
                              <m:r>
                                <m:rPr>
                                  <m:brk m:alnAt="7"/>
                                </m:rPr>
                                <a:rPr lang="en-US" sz="1600" b="0" i="1" smtClean="0">
                                  <a:solidFill>
                                    <a:schemeClr val="tx1">
                                      <a:lumMod val="50000"/>
                                      <a:lumOff val="50000"/>
                                    </a:schemeClr>
                                  </a:solidFill>
                                  <a:latin typeface="Cambria Math" panose="02040503050406030204" pitchFamily="18" charset="0"/>
                                </a:rPr>
                                <m:t>=</m:t>
                              </m:r>
                            </m:e>
                          </m:mr>
                          <m:mr>
                            <m:e>
                              <m:sSup>
                                <m:sSupPr>
                                  <m:ctrlPr>
                                    <a:rPr lang="en-US" sz="1600" b="0" i="1" smtClean="0">
                                      <a:solidFill>
                                        <a:schemeClr val="tx1">
                                          <a:lumMod val="50000"/>
                                          <a:lumOff val="50000"/>
                                        </a:schemeClr>
                                      </a:solidFill>
                                      <a:latin typeface="Cambria Math" panose="02040503050406030204" pitchFamily="18" charset="0"/>
                                    </a:rPr>
                                  </m:ctrlPr>
                                </m:sSupPr>
                                <m:e>
                                  <m:r>
                                    <a:rPr lang="en-US" sz="1600" b="0" i="1" smtClean="0">
                                      <a:solidFill>
                                        <a:schemeClr val="tx1">
                                          <a:lumMod val="50000"/>
                                          <a:lumOff val="50000"/>
                                        </a:schemeClr>
                                      </a:solidFill>
                                      <a:latin typeface="Cambria Math" panose="02040503050406030204" pitchFamily="18" charset="0"/>
                                    </a:rPr>
                                    <m:t>10</m:t>
                                  </m:r>
                                </m:e>
                                <m:sup>
                                  <m:r>
                                    <a:rPr lang="en-US" sz="1600" b="0" i="1" smtClean="0">
                                      <a:solidFill>
                                        <a:schemeClr val="tx1">
                                          <a:lumMod val="50000"/>
                                          <a:lumOff val="50000"/>
                                        </a:schemeClr>
                                      </a:solidFill>
                                      <a:latin typeface="Cambria Math" panose="02040503050406030204" pitchFamily="18" charset="0"/>
                                    </a:rPr>
                                    <m:t>5</m:t>
                                  </m:r>
                                </m:sup>
                              </m:sSup>
                              <m:f>
                                <m:fPr>
                                  <m:ctrlPr>
                                    <a:rPr lang="en-US" sz="1600" b="0" i="1" smtClean="0">
                                      <a:solidFill>
                                        <a:schemeClr val="tx1">
                                          <a:lumMod val="50000"/>
                                          <a:lumOff val="50000"/>
                                        </a:schemeClr>
                                      </a:solidFill>
                                      <a:latin typeface="Cambria Math" panose="02040503050406030204" pitchFamily="18" charset="0"/>
                                    </a:rPr>
                                  </m:ctrlPr>
                                </m:fPr>
                                <m:num>
                                  <m:sSub>
                                    <m:sSubPr>
                                      <m:ctrlPr>
                                        <a:rPr lang="en-US" sz="1600" b="0" i="1" smtClean="0">
                                          <a:solidFill>
                                            <a:schemeClr val="tx1">
                                              <a:lumMod val="50000"/>
                                              <a:lumOff val="50000"/>
                                            </a:schemeClr>
                                          </a:solidFill>
                                          <a:latin typeface="Cambria Math" panose="02040503050406030204" pitchFamily="18" charset="0"/>
                                        </a:rPr>
                                      </m:ctrlPr>
                                    </m:sSubPr>
                                    <m:e>
                                      <m:r>
                                        <a:rPr lang="en-US" sz="1600" b="0" i="1" smtClean="0">
                                          <a:solidFill>
                                            <a:schemeClr val="tx1">
                                              <a:lumMod val="50000"/>
                                              <a:lumOff val="50000"/>
                                            </a:schemeClr>
                                          </a:solidFill>
                                          <a:latin typeface="Cambria Math" panose="02040503050406030204" pitchFamily="18" charset="0"/>
                                        </a:rPr>
                                        <m:t>𝐸</m:t>
                                      </m:r>
                                    </m:e>
                                    <m:sub>
                                      <m:r>
                                        <a:rPr lang="en-US" sz="1600" b="0" i="1" smtClean="0">
                                          <a:solidFill>
                                            <a:schemeClr val="tx1">
                                              <a:lumMod val="50000"/>
                                              <a:lumOff val="50000"/>
                                            </a:schemeClr>
                                          </a:solidFill>
                                          <a:latin typeface="Cambria Math" panose="02040503050406030204" pitchFamily="18" charset="0"/>
                                        </a:rPr>
                                        <m:t>𝑎𝑝</m:t>
                                      </m:r>
                                    </m:sub>
                                  </m:sSub>
                                </m:num>
                                <m:den>
                                  <m:sSub>
                                    <m:sSubPr>
                                      <m:ctrlPr>
                                        <a:rPr lang="en-US" sz="1600" b="0" i="1" smtClean="0">
                                          <a:solidFill>
                                            <a:schemeClr val="tx1">
                                              <a:lumMod val="50000"/>
                                              <a:lumOff val="50000"/>
                                            </a:schemeClr>
                                          </a:solidFill>
                                          <a:latin typeface="Cambria Math" panose="02040503050406030204" pitchFamily="18" charset="0"/>
                                        </a:rPr>
                                      </m:ctrlPr>
                                    </m:sSubPr>
                                    <m:e>
                                      <m:r>
                                        <a:rPr lang="en-US" sz="1600" b="0" i="1" smtClean="0">
                                          <a:solidFill>
                                            <a:schemeClr val="tx1">
                                              <a:lumMod val="50000"/>
                                              <a:lumOff val="50000"/>
                                            </a:schemeClr>
                                          </a:solidFill>
                                          <a:latin typeface="Cambria Math" panose="02040503050406030204" pitchFamily="18" charset="0"/>
                                        </a:rPr>
                                        <m:t>𝑂</m:t>
                                      </m:r>
                                    </m:e>
                                    <m:sub>
                                      <m:r>
                                        <a:rPr lang="en-US" sz="1600" b="0" i="1" smtClean="0">
                                          <a:solidFill>
                                            <a:schemeClr val="tx1">
                                              <a:lumMod val="50000"/>
                                              <a:lumOff val="50000"/>
                                            </a:schemeClr>
                                          </a:solidFill>
                                          <a:latin typeface="Cambria Math" panose="02040503050406030204" pitchFamily="18" charset="0"/>
                                        </a:rPr>
                                        <m:t>𝑎𝑝</m:t>
                                      </m:r>
                                    </m:sub>
                                  </m:sSub>
                                </m:den>
                              </m:f>
                            </m:e>
                          </m:mr>
                        </m:m>
                      </m:oMath>
                    </m:oMathPara>
                  </a14:m>
                  <a:endParaRPr lang="en-US" sz="1600" dirty="0"/>
                </a:p>
              </p:txBody>
            </p:sp>
          </mc:Choice>
          <mc:Fallback xmlns="">
            <p:sp>
              <p:nvSpPr>
                <p:cNvPr id="256" name="TextBox 255">
                  <a:extLst>
                    <a:ext uri="{FF2B5EF4-FFF2-40B4-BE49-F238E27FC236}">
                      <a16:creationId xmlns:a16="http://schemas.microsoft.com/office/drawing/2014/main" id="{602D4295-4E44-6740-A772-F95E35236142}"/>
                    </a:ext>
                  </a:extLst>
                </p:cNvPr>
                <p:cNvSpPr txBox="1">
                  <a:spLocks noRot="1" noChangeAspect="1" noMove="1" noResize="1" noEditPoints="1" noAdjustHandles="1" noChangeArrowheads="1" noChangeShapeType="1" noTextEdit="1"/>
                </p:cNvSpPr>
                <p:nvPr/>
              </p:nvSpPr>
              <p:spPr>
                <a:xfrm>
                  <a:off x="10198186" y="2668492"/>
                  <a:ext cx="722698" cy="768928"/>
                </a:xfrm>
                <a:prstGeom prst="rect">
                  <a:avLst/>
                </a:prstGeom>
                <a:blipFill>
                  <a:blip r:embed="rId26"/>
                  <a:stretch>
                    <a:fillRect l="-7018" t="-1667" r="-1754" b="-6667"/>
                  </a:stretch>
                </a:blipFill>
              </p:spPr>
              <p:txBody>
                <a:bodyPr/>
                <a:lstStyle/>
                <a:p>
                  <a:r>
                    <a:rPr lang="en-US">
                      <a:noFill/>
                    </a:rPr>
                    <a:t> </a:t>
                  </a:r>
                </a:p>
              </p:txBody>
            </p:sp>
          </mc:Fallback>
        </mc:AlternateContent>
      </p:grpSp>
      <p:sp>
        <p:nvSpPr>
          <p:cNvPr id="4" name="TextBox 3">
            <a:extLst>
              <a:ext uri="{FF2B5EF4-FFF2-40B4-BE49-F238E27FC236}">
                <a16:creationId xmlns:a16="http://schemas.microsoft.com/office/drawing/2014/main" id="{680445B4-372E-7649-BE31-CDF7E7E31273}"/>
              </a:ext>
            </a:extLst>
          </p:cNvPr>
          <p:cNvSpPr txBox="1"/>
          <p:nvPr/>
        </p:nvSpPr>
        <p:spPr>
          <a:xfrm>
            <a:off x="1325513" y="4413061"/>
            <a:ext cx="300082"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2671011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40A244AA-0CA0-4C3E-9031-DD26FF9624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EF03789B-E47B-2A48-BF63-F5A30ECD4ADF}"/>
              </a:ext>
            </a:extLst>
          </p:cNvPr>
          <p:cNvSpPr>
            <a:spLocks noGrp="1"/>
          </p:cNvSpPr>
          <p:nvPr>
            <p:ph type="sldNum" sz="quarter" idx="12"/>
          </p:nvPr>
        </p:nvSpPr>
        <p:spPr>
          <a:xfrm>
            <a:off x="0" y="0"/>
            <a:ext cx="777240" cy="731520"/>
          </a:xfrm>
        </p:spPr>
        <p:txBody>
          <a:bodyPr vert="horz" lIns="91440" tIns="45720" rIns="91440" bIns="45720" rtlCol="0" anchor="ctr">
            <a:normAutofit/>
          </a:bodyPr>
          <a:lstStyle/>
          <a:p>
            <a:pPr>
              <a:spcAft>
                <a:spcPts val="600"/>
              </a:spcAft>
            </a:pPr>
            <a:fld id="{A2D8A776-6538-5648-A668-0309365E34FA}" type="slidenum">
              <a:rPr lang="en-US" sz="2200" smtClean="0">
                <a:solidFill>
                  <a:schemeClr val="tx2"/>
                </a:solidFill>
              </a:rPr>
              <a:pPr>
                <a:spcAft>
                  <a:spcPts val="600"/>
                </a:spcAft>
              </a:pPr>
              <a:t>7</a:t>
            </a:fld>
            <a:endParaRPr lang="en-US" sz="2200">
              <a:solidFill>
                <a:schemeClr val="tx2"/>
              </a:solidFill>
            </a:endParaRPr>
          </a:p>
        </p:txBody>
      </p:sp>
      <p:cxnSp>
        <p:nvCxnSpPr>
          <p:cNvPr id="37" name="Straight Connector 36">
            <a:extLst>
              <a:ext uri="{FF2B5EF4-FFF2-40B4-BE49-F238E27FC236}">
                <a16:creationId xmlns:a16="http://schemas.microsoft.com/office/drawing/2014/main" id="{2FF7197E-5B99-497E-81F4-BCD80DF6DB5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1EF1E14-75A3-4DC6-BC65-D45BC22185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14A68079-DE1F-4253-ADBC-1819EE12076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42" name="Straight Connector 41">
              <a:extLst>
                <a:ext uri="{FF2B5EF4-FFF2-40B4-BE49-F238E27FC236}">
                  <a16:creationId xmlns:a16="http://schemas.microsoft.com/office/drawing/2014/main" id="{75FEEBB8-6FCC-4942-B05F-13240D50B6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D6E2D45-410E-42D7-B3E1-CABC98D945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AA65A0B-7FE4-834D-96F1-5ED74510AB2B}"/>
                  </a:ext>
                </a:extLst>
              </p:cNvPr>
              <p:cNvSpPr>
                <a:spLocks noGrp="1"/>
              </p:cNvSpPr>
              <p:nvPr>
                <p:ph type="title"/>
              </p:nvPr>
            </p:nvSpPr>
            <p:spPr>
              <a:xfrm>
                <a:off x="731521" y="1170431"/>
                <a:ext cx="4875904" cy="5138923"/>
              </a:xfrm>
            </p:spPr>
            <p:txBody>
              <a:bodyPr vert="horz" lIns="91440" tIns="45720" rIns="91440" bIns="45720" rtlCol="0" anchor="ctr">
                <a:normAutofit/>
              </a:bodyPr>
              <a:lstStyle/>
              <a:p>
                <a:r>
                  <a:rPr lang="en-US" sz="5400" kern="1200" dirty="0">
                    <a:solidFill>
                      <a:schemeClr val="tx2"/>
                    </a:solidFill>
                    <a:latin typeface="+mj-lt"/>
                    <a:ea typeface="+mj-ea"/>
                    <a:cs typeface="+mj-cs"/>
                  </a:rPr>
                  <a:t>Four Directions in the Lexis Diagram</a:t>
                </a:r>
                <a:br>
                  <a:rPr lang="en-US" sz="5400" kern="1200" dirty="0">
                    <a:solidFill>
                      <a:schemeClr val="tx2"/>
                    </a:solidFill>
                    <a:latin typeface="+mj-lt"/>
                    <a:ea typeface="+mj-ea"/>
                    <a:cs typeface="+mj-cs"/>
                  </a:rPr>
                </a:br>
                <a:r>
                  <a:rPr lang="en-US" sz="3200" i="1" kern="1200" dirty="0">
                    <a:solidFill>
                      <a:schemeClr val="tx2"/>
                    </a:solidFill>
                    <a:ea typeface="+mj-ea"/>
                    <a:cs typeface="+mj-cs"/>
                  </a:rPr>
                  <a:t>standard axes </a:t>
                </a:r>
                <a14:m>
                  <m:oMath xmlns:m="http://schemas.openxmlformats.org/officeDocument/2006/math">
                    <m:r>
                      <a:rPr lang="en-US" sz="3200" b="0" i="1" kern="1200" smtClean="0">
                        <a:solidFill>
                          <a:srgbClr val="C00000"/>
                        </a:solidFill>
                        <a:latin typeface="Cambria Math" panose="02040503050406030204" pitchFamily="18" charset="0"/>
                        <a:ea typeface="+mj-ea"/>
                        <a:cs typeface="+mj-cs"/>
                      </a:rPr>
                      <m:t>𝑎</m:t>
                    </m:r>
                  </m:oMath>
                </a14:m>
                <a:r>
                  <a:rPr lang="en-US" sz="3200" i="1" kern="1200" dirty="0">
                    <a:solidFill>
                      <a:schemeClr val="tx2"/>
                    </a:solidFill>
                    <a:ea typeface="+mj-ea"/>
                    <a:cs typeface="+mj-cs"/>
                  </a:rPr>
                  <a:t> and </a:t>
                </a:r>
                <a14:m>
                  <m:oMath xmlns:m="http://schemas.openxmlformats.org/officeDocument/2006/math">
                    <m:r>
                      <a:rPr lang="en-US" sz="3200" b="0" i="1" kern="1200" smtClean="0">
                        <a:solidFill>
                          <a:srgbClr val="0070C0"/>
                        </a:solidFill>
                        <a:latin typeface="Cambria Math" panose="02040503050406030204" pitchFamily="18" charset="0"/>
                        <a:ea typeface="+mj-ea"/>
                        <a:cs typeface="+mj-cs"/>
                      </a:rPr>
                      <m:t>𝑝</m:t>
                    </m:r>
                  </m:oMath>
                </a14:m>
                <a:r>
                  <a:rPr lang="en-US" sz="3200" i="1" kern="1200" dirty="0">
                    <a:solidFill>
                      <a:schemeClr val="tx2"/>
                    </a:solidFill>
                    <a:ea typeface="+mj-ea"/>
                    <a:cs typeface="+mj-cs"/>
                  </a:rPr>
                  <a:t> </a:t>
                </a:r>
                <a:r>
                  <a:rPr lang="en-US" sz="3200" b="1" i="1" kern="1200" dirty="0">
                    <a:solidFill>
                      <a:schemeClr val="tx2"/>
                    </a:solidFill>
                  </a:rPr>
                  <a:t>rotated axes </a:t>
                </a:r>
                <a14:m>
                  <m:oMath xmlns:m="http://schemas.openxmlformats.org/officeDocument/2006/math">
                    <m:sSub>
                      <m:sSubPr>
                        <m:ctrlPr>
                          <a:rPr lang="en-US" sz="3200" b="0" i="1" kern="1200" smtClean="0">
                            <a:solidFill>
                              <a:srgbClr val="FF0000"/>
                            </a:solidFill>
                            <a:latin typeface="Cambria Math" panose="02040503050406030204" pitchFamily="18" charset="0"/>
                          </a:rPr>
                        </m:ctrlPr>
                      </m:sSubPr>
                      <m:e>
                        <m:r>
                          <a:rPr lang="en-US" sz="3200" i="1">
                            <a:solidFill>
                              <a:srgbClr val="FF0000"/>
                            </a:solidFill>
                            <a:latin typeface="Cambria Math" panose="02040503050406030204" pitchFamily="18" charset="0"/>
                          </a:rPr>
                          <m:t>𝑎</m:t>
                        </m:r>
                      </m:e>
                      <m:sub>
                        <m:r>
                          <a:rPr lang="en-US" sz="3200" i="1">
                            <a:solidFill>
                              <a:srgbClr val="FF0000"/>
                            </a:solidFill>
                            <a:latin typeface="Cambria Math" panose="02040503050406030204" pitchFamily="18" charset="0"/>
                            <a:ea typeface="Cambria Math" panose="02040503050406030204" pitchFamily="18" charset="0"/>
                          </a:rPr>
                          <m:t>↘</m:t>
                        </m:r>
                      </m:sub>
                    </m:sSub>
                  </m:oMath>
                </a14:m>
                <a:r>
                  <a:rPr lang="en-US" sz="3200" i="1" kern="1200" dirty="0">
                    <a:solidFill>
                      <a:schemeClr val="tx2"/>
                    </a:solidFill>
                  </a:rPr>
                  <a:t>and </a:t>
                </a:r>
                <a14:m>
                  <m:oMath xmlns:m="http://schemas.openxmlformats.org/officeDocument/2006/math">
                    <m:r>
                      <a:rPr lang="en-US" sz="3200" b="0" i="1" kern="1200" smtClean="0">
                        <a:solidFill>
                          <a:srgbClr val="00B050"/>
                        </a:solidFill>
                        <a:latin typeface="Cambria Math" panose="02040503050406030204" pitchFamily="18" charset="0"/>
                      </a:rPr>
                      <m:t>𝑐</m:t>
                    </m:r>
                    <m:r>
                      <a:rPr lang="en-US" sz="3200" b="0" i="1" kern="1200" smtClean="0">
                        <a:solidFill>
                          <a:schemeClr val="tx2"/>
                        </a:solidFill>
                        <a:latin typeface="Cambria Math" panose="02040503050406030204" pitchFamily="18" charset="0"/>
                      </a:rPr>
                      <m:t> </m:t>
                    </m:r>
                  </m:oMath>
                </a14:m>
                <a:endParaRPr lang="en-US" sz="5400" i="1" kern="1200" dirty="0">
                  <a:solidFill>
                    <a:schemeClr val="tx2"/>
                  </a:solidFill>
                </a:endParaRPr>
              </a:p>
            </p:txBody>
          </p:sp>
        </mc:Choice>
        <mc:Fallback xmlns="">
          <p:sp>
            <p:nvSpPr>
              <p:cNvPr id="2" name="Title 1">
                <a:extLst>
                  <a:ext uri="{FF2B5EF4-FFF2-40B4-BE49-F238E27FC236}">
                    <a16:creationId xmlns:a16="http://schemas.microsoft.com/office/drawing/2014/main" id="{0AA65A0B-7FE4-834D-96F1-5ED74510AB2B}"/>
                  </a:ext>
                </a:extLst>
              </p:cNvPr>
              <p:cNvSpPr>
                <a:spLocks noGrp="1" noRot="1" noChangeAspect="1" noMove="1" noResize="1" noEditPoints="1" noAdjustHandles="1" noChangeArrowheads="1" noChangeShapeType="1" noTextEdit="1"/>
              </p:cNvSpPr>
              <p:nvPr>
                <p:ph type="title"/>
              </p:nvPr>
            </p:nvSpPr>
            <p:spPr>
              <a:xfrm>
                <a:off x="731521" y="1170431"/>
                <a:ext cx="4875904" cy="5138923"/>
              </a:xfrm>
              <a:blipFill>
                <a:blip r:embed="rId2"/>
                <a:stretch>
                  <a:fillRect l="-64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extBox 3">
                <a:extLst>
                  <a:ext uri="{FF2B5EF4-FFF2-40B4-BE49-F238E27FC236}">
                    <a16:creationId xmlns:a16="http://schemas.microsoft.com/office/drawing/2014/main" id="{8796E698-4271-4DFB-A232-0D9877A959CA}"/>
                  </a:ext>
                </a:extLst>
              </p:cNvPr>
              <p:cNvGraphicFramePr/>
              <p:nvPr>
                <p:extLst>
                  <p:ext uri="{D42A27DB-BD31-4B8C-83A1-F6EECF244321}">
                    <p14:modId xmlns:p14="http://schemas.microsoft.com/office/powerpoint/2010/main" val="3781737867"/>
                  </p:ext>
                </p:extLst>
              </p:nvPr>
            </p:nvGraphicFramePr>
            <p:xfrm>
              <a:off x="5200517" y="210312"/>
              <a:ext cx="6165464" cy="61904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6" name="TextBox 3">
                <a:extLst>
                  <a:ext uri="{FF2B5EF4-FFF2-40B4-BE49-F238E27FC236}">
                    <a16:creationId xmlns:a16="http://schemas.microsoft.com/office/drawing/2014/main" id="{8796E698-4271-4DFB-A232-0D9877A959CA}"/>
                  </a:ext>
                </a:extLst>
              </p:cNvPr>
              <p:cNvGraphicFramePr/>
              <p:nvPr>
                <p:extLst>
                  <p:ext uri="{D42A27DB-BD31-4B8C-83A1-F6EECF244321}">
                    <p14:modId xmlns:p14="http://schemas.microsoft.com/office/powerpoint/2010/main" val="3781737867"/>
                  </p:ext>
                </p:extLst>
              </p:nvPr>
            </p:nvGraphicFramePr>
            <p:xfrm>
              <a:off x="5200517" y="210312"/>
              <a:ext cx="6165464" cy="619048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extLst>
      <p:ext uri="{BB962C8B-B14F-4D97-AF65-F5344CB8AC3E}">
        <p14:creationId xmlns:p14="http://schemas.microsoft.com/office/powerpoint/2010/main" val="2950800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C84DE1E-40E9-AD86-7CEB-4EF08363376E}"/>
              </a:ext>
            </a:extLst>
          </p:cNvPr>
          <p:cNvSpPr>
            <a:spLocks noGrp="1"/>
          </p:cNvSpPr>
          <p:nvPr>
            <p:ph type="sldNum" sz="quarter" idx="12"/>
          </p:nvPr>
        </p:nvSpPr>
        <p:spPr/>
        <p:txBody>
          <a:bodyPr/>
          <a:lstStyle/>
          <a:p>
            <a:fld id="{A2D8A776-6538-5648-A668-0309365E34FA}" type="slidenum">
              <a:rPr lang="en-US" smtClean="0"/>
              <a:t>8</a:t>
            </a:fld>
            <a:endParaRPr lang="en-US"/>
          </a:p>
        </p:txBody>
      </p:sp>
      <p:pic>
        <p:nvPicPr>
          <p:cNvPr id="2054" name="Picture 6">
            <a:extLst>
              <a:ext uri="{FF2B5EF4-FFF2-40B4-BE49-F238E27FC236}">
                <a16:creationId xmlns:a16="http://schemas.microsoft.com/office/drawing/2014/main" id="{B509D6BA-CA33-9212-CA00-35584F76C2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98" t="6085" r="7204" b="14630"/>
          <a:stretch>
            <a:fillRect/>
          </a:stretch>
        </p:blipFill>
        <p:spPr bwMode="auto">
          <a:xfrm>
            <a:off x="2223607" y="1080101"/>
            <a:ext cx="7744785" cy="543730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FF0A89A-0D7C-CFA8-C9FA-E6E865CAFDCD}"/>
              </a:ext>
            </a:extLst>
          </p:cNvPr>
          <p:cNvSpPr txBox="1"/>
          <p:nvPr/>
        </p:nvSpPr>
        <p:spPr>
          <a:xfrm>
            <a:off x="2847526" y="433770"/>
            <a:ext cx="2837572" cy="646331"/>
          </a:xfrm>
          <a:prstGeom prst="rect">
            <a:avLst/>
          </a:prstGeom>
          <a:noFill/>
        </p:spPr>
        <p:txBody>
          <a:bodyPr wrap="none" rtlCol="0">
            <a:spAutoFit/>
          </a:bodyPr>
          <a:lstStyle/>
          <a:p>
            <a:r>
              <a:rPr lang="en-US" sz="3600" dirty="0"/>
              <a:t>Standard Axes</a:t>
            </a:r>
          </a:p>
        </p:txBody>
      </p:sp>
      <p:sp>
        <p:nvSpPr>
          <p:cNvPr id="5" name="TextBox 4">
            <a:extLst>
              <a:ext uri="{FF2B5EF4-FFF2-40B4-BE49-F238E27FC236}">
                <a16:creationId xmlns:a16="http://schemas.microsoft.com/office/drawing/2014/main" id="{1C539DBF-F3C9-45DF-6C0F-43B63064B373}"/>
              </a:ext>
            </a:extLst>
          </p:cNvPr>
          <p:cNvSpPr txBox="1"/>
          <p:nvPr/>
        </p:nvSpPr>
        <p:spPr>
          <a:xfrm>
            <a:off x="6824247" y="431465"/>
            <a:ext cx="2624758" cy="646331"/>
          </a:xfrm>
          <a:prstGeom prst="rect">
            <a:avLst/>
          </a:prstGeom>
          <a:noFill/>
        </p:spPr>
        <p:txBody>
          <a:bodyPr wrap="none" rtlCol="0">
            <a:spAutoFit/>
          </a:bodyPr>
          <a:lstStyle/>
          <a:p>
            <a:r>
              <a:rPr lang="en-US" sz="3600" dirty="0"/>
              <a:t>Rotated Axes</a:t>
            </a:r>
          </a:p>
        </p:txBody>
      </p:sp>
    </p:spTree>
    <p:extLst>
      <p:ext uri="{BB962C8B-B14F-4D97-AF65-F5344CB8AC3E}">
        <p14:creationId xmlns:p14="http://schemas.microsoft.com/office/powerpoint/2010/main" val="4265713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4" name="Picture 33" descr="A blue and white triangle background&#10;&#10;Description automatically generated">
            <a:extLst>
              <a:ext uri="{FF2B5EF4-FFF2-40B4-BE49-F238E27FC236}">
                <a16:creationId xmlns:a16="http://schemas.microsoft.com/office/drawing/2014/main" id="{07794A4C-9F91-CA7F-DF2D-22EAA79DCF0D}"/>
              </a:ext>
            </a:extLst>
          </p:cNvPr>
          <p:cNvPicPr>
            <a:picLocks noChangeAspect="1"/>
          </p:cNvPicPr>
          <p:nvPr/>
        </p:nvPicPr>
        <p:blipFill rotWithShape="1">
          <a:blip r:embed="rId2"/>
          <a:srcRect b="6250"/>
          <a:stretch/>
        </p:blipFill>
        <p:spPr>
          <a:xfrm>
            <a:off x="20" y="10"/>
            <a:ext cx="12191980" cy="6857990"/>
          </a:xfrm>
          <a:prstGeom prst="rect">
            <a:avLst/>
          </a:prstGeom>
        </p:spPr>
      </p:pic>
      <p:sp>
        <p:nvSpPr>
          <p:cNvPr id="38" name="Rectangle 37">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BF191334-022F-2F28-11BA-8E4A3D348143}"/>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t>Social Generations in the United States</a:t>
            </a:r>
          </a:p>
        </p:txBody>
      </p:sp>
      <p:sp>
        <p:nvSpPr>
          <p:cNvPr id="6" name="TextBox 5">
            <a:extLst>
              <a:ext uri="{FF2B5EF4-FFF2-40B4-BE49-F238E27FC236}">
                <a16:creationId xmlns:a16="http://schemas.microsoft.com/office/drawing/2014/main" id="{E4FF64E2-0CB8-F64F-A35D-85589FB3FA01}"/>
              </a:ext>
            </a:extLst>
          </p:cNvPr>
          <p:cNvSpPr txBox="1"/>
          <p:nvPr/>
        </p:nvSpPr>
        <p:spPr>
          <a:xfrm>
            <a:off x="6563722" y="6211317"/>
            <a:ext cx="40732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hlinkClick r:id="rId3"/>
              </a:rPr>
              <a:t>https://en.wikipedia.org/wiki/Generation</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 name="Slide Number Placeholder 1">
            <a:extLst>
              <a:ext uri="{FF2B5EF4-FFF2-40B4-BE49-F238E27FC236}">
                <a16:creationId xmlns:a16="http://schemas.microsoft.com/office/drawing/2014/main" id="{C5C65FFD-EA8B-8543-90A6-F0ABD088C9B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A2D8A776-6538-5648-A668-0309365E34FA}" type="slidenum">
              <a:rPr kumimoji="0" lang="en-US" sz="12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9</a:t>
            </a:fld>
            <a:endParaRPr kumimoji="0" lang="en-US" sz="12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graphicFrame>
        <p:nvGraphicFramePr>
          <p:cNvPr id="35" name="Content Placeholder 2">
            <a:extLst>
              <a:ext uri="{FF2B5EF4-FFF2-40B4-BE49-F238E27FC236}">
                <a16:creationId xmlns:a16="http://schemas.microsoft.com/office/drawing/2014/main" id="{D33C54F0-9D22-7B47-2E17-B7DD722ED9A4}"/>
              </a:ext>
            </a:extLst>
          </p:cNvPr>
          <p:cNvGraphicFramePr/>
          <p:nvPr>
            <p:extLst>
              <p:ext uri="{D42A27DB-BD31-4B8C-83A1-F6EECF244321}">
                <p14:modId xmlns:p14="http://schemas.microsoft.com/office/powerpoint/2010/main" val="402362799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830106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57B658-E320-DD45-8FD5-88F6F71DA756}"/>
              </a:ext>
            </a:extLst>
          </p:cNvPr>
          <p:cNvSpPr>
            <a:spLocks noGrp="1"/>
          </p:cNvSpPr>
          <p:nvPr>
            <p:ph type="title"/>
          </p:nvPr>
        </p:nvSpPr>
        <p:spPr>
          <a:xfrm>
            <a:off x="838200" y="365125"/>
            <a:ext cx="10515600" cy="1325563"/>
          </a:xfrm>
        </p:spPr>
        <p:txBody>
          <a:bodyPr>
            <a:normAutofit/>
          </a:bodyPr>
          <a:lstStyle/>
          <a:p>
            <a:r>
              <a:rPr lang="en-US" sz="5400" dirty="0"/>
              <a:t>Birth Cohort Effects: Impact</a:t>
            </a:r>
          </a:p>
        </p:txBody>
      </p:sp>
      <p:sp>
        <p:nvSpPr>
          <p:cNvPr id="4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3B8C8C3-CED3-2D4A-8AD0-1E35D78FF525}"/>
              </a:ext>
            </a:extLst>
          </p:cNvPr>
          <p:cNvSpPr>
            <a:spLocks noGrp="1"/>
          </p:cNvSpPr>
          <p:nvPr>
            <p:ph idx="1"/>
          </p:nvPr>
        </p:nvSpPr>
        <p:spPr>
          <a:xfrm>
            <a:off x="838200" y="1929384"/>
            <a:ext cx="10515600" cy="4251960"/>
          </a:xfrm>
        </p:spPr>
        <p:txBody>
          <a:bodyPr>
            <a:normAutofit/>
          </a:bodyPr>
          <a:lstStyle/>
          <a:p>
            <a:pPr>
              <a:buFont typeface="Courier New" panose="02070309020205020404" pitchFamily="49" charset="0"/>
              <a:buChar char="o"/>
            </a:pPr>
            <a:r>
              <a:rPr lang="en-US" sz="2200" dirty="0"/>
              <a:t>Each generation has characteristic lifestyle patterns</a:t>
            </a:r>
          </a:p>
          <a:p>
            <a:pPr>
              <a:buFont typeface="Courier New" panose="02070309020205020404" pitchFamily="49" charset="0"/>
              <a:buChar char="o"/>
            </a:pPr>
            <a:r>
              <a:rPr lang="en-US" sz="2200" dirty="0"/>
              <a:t>Generations are impacted by temporal disturbances at staggered ages </a:t>
            </a:r>
          </a:p>
          <a:p>
            <a:pPr>
              <a:buFont typeface="Courier New" panose="02070309020205020404" pitchFamily="49" charset="0"/>
              <a:buChar char="o"/>
            </a:pPr>
            <a:r>
              <a:rPr lang="en-US" sz="2200" dirty="0"/>
              <a:t>Drift happens</a:t>
            </a:r>
          </a:p>
          <a:p>
            <a:pPr>
              <a:buFont typeface="System Font Regular"/>
              <a:buChar char="→"/>
            </a:pPr>
            <a:r>
              <a:rPr lang="en-US" sz="2200" dirty="0"/>
              <a:t>If a cancer has exogenous risk factors, it is unlikely that any two generations experience </a:t>
            </a:r>
            <a:r>
              <a:rPr lang="en-US" sz="2200" b="1" dirty="0"/>
              <a:t>identical</a:t>
            </a:r>
            <a:r>
              <a:rPr lang="en-US" sz="2200" dirty="0"/>
              <a:t> incidence rates.</a:t>
            </a:r>
          </a:p>
          <a:p>
            <a:pPr>
              <a:buFont typeface="Courier New" panose="02070309020205020404" pitchFamily="49" charset="0"/>
              <a:buChar char="o"/>
            </a:pPr>
            <a:r>
              <a:rPr lang="en-US" sz="2200" dirty="0"/>
              <a:t>** </a:t>
            </a:r>
            <a:r>
              <a:rPr lang="en-US" sz="2200" b="1" dirty="0"/>
              <a:t>Consider this a central dogma </a:t>
            </a:r>
            <a:r>
              <a:rPr lang="en-US" sz="2200" dirty="0"/>
              <a:t>**</a:t>
            </a:r>
          </a:p>
          <a:p>
            <a:pPr>
              <a:buFont typeface="Courier New" panose="02070309020205020404" pitchFamily="49" charset="0"/>
              <a:buChar char="o"/>
            </a:pPr>
            <a:r>
              <a:rPr lang="en-US" sz="2200" dirty="0"/>
              <a:t>Our analyses should untangle the separate effects of calendar period and birth cohort</a:t>
            </a:r>
          </a:p>
          <a:p>
            <a:pPr lvl="1">
              <a:buFont typeface="Courier New" panose="02070309020205020404" pitchFamily="49" charset="0"/>
              <a:buChar char="o"/>
            </a:pPr>
            <a:r>
              <a:rPr lang="en-US" sz="2200" dirty="0"/>
              <a:t>If not, our conclusions may be biased</a:t>
            </a:r>
          </a:p>
          <a:p>
            <a:pPr>
              <a:buFont typeface="Courier New" panose="02070309020205020404" pitchFamily="49" charset="0"/>
              <a:buChar char="o"/>
            </a:pPr>
            <a:r>
              <a:rPr lang="en-US" sz="2200" dirty="0"/>
              <a:t>That is why we need the methods presented in this course!</a:t>
            </a:r>
          </a:p>
        </p:txBody>
      </p:sp>
      <p:sp>
        <p:nvSpPr>
          <p:cNvPr id="4" name="Slide Number Placeholder 3">
            <a:extLst>
              <a:ext uri="{FF2B5EF4-FFF2-40B4-BE49-F238E27FC236}">
                <a16:creationId xmlns:a16="http://schemas.microsoft.com/office/drawing/2014/main" id="{B21C2C41-487B-C043-8047-16A98B1896A0}"/>
              </a:ext>
            </a:extLst>
          </p:cNvPr>
          <p:cNvSpPr>
            <a:spLocks noGrp="1"/>
          </p:cNvSpPr>
          <p:nvPr>
            <p:ph type="sldNum" sz="quarter" idx="12"/>
          </p:nvPr>
        </p:nvSpPr>
        <p:spPr>
          <a:xfrm>
            <a:off x="8610600" y="6356350"/>
            <a:ext cx="2743200" cy="365125"/>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A2D8A776-6538-5648-A668-0309365E34FA}" type="slidenum">
              <a:rPr kumimoji="0" lang="en-US" b="0" i="0" u="none" strike="noStrike" kern="1200" cap="none" spc="0" normalizeH="0" baseline="0" noProof="0">
                <a:ln>
                  <a:noFill/>
                </a:ln>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10</a:t>
            </a:fld>
            <a:endParaRPr kumimoji="0" lang="en-US" b="0" i="0" u="none" strike="noStrike" kern="1200" cap="none" spc="0" normalizeH="0" baseline="0" noProof="0">
              <a:ln>
                <a:noFill/>
              </a:ln>
              <a:effectLst/>
              <a:uLnTx/>
              <a:uFillTx/>
              <a:latin typeface="Calibri" panose="020F0502020204030204"/>
              <a:ea typeface="+mn-ea"/>
              <a:cs typeface="+mn-cs"/>
            </a:endParaRPr>
          </a:p>
        </p:txBody>
      </p:sp>
    </p:spTree>
    <p:extLst>
      <p:ext uri="{BB962C8B-B14F-4D97-AF65-F5344CB8AC3E}">
        <p14:creationId xmlns:p14="http://schemas.microsoft.com/office/powerpoint/2010/main" val="3508353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White puzzle with one red piece">
            <a:extLst>
              <a:ext uri="{FF2B5EF4-FFF2-40B4-BE49-F238E27FC236}">
                <a16:creationId xmlns:a16="http://schemas.microsoft.com/office/drawing/2014/main" id="{0FEFD69F-76EF-4523-88D4-02A83B5BC110}"/>
              </a:ext>
            </a:extLst>
          </p:cNvPr>
          <p:cNvPicPr>
            <a:picLocks noChangeAspect="1"/>
          </p:cNvPicPr>
          <p:nvPr/>
        </p:nvPicPr>
        <p:blipFill rotWithShape="1">
          <a:blip r:embed="rId2"/>
          <a:srcRect l="5383" r="24685" b="1643"/>
          <a:stretch/>
        </p:blipFill>
        <p:spPr>
          <a:xfrm>
            <a:off x="3523488" y="10"/>
            <a:ext cx="8668512" cy="6857990"/>
          </a:xfrm>
          <a:prstGeom prst="rect">
            <a:avLst/>
          </a:prstGeom>
        </p:spPr>
      </p:pic>
      <p:sp>
        <p:nvSpPr>
          <p:cNvPr id="18" name="Rectangle 17">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4A39FF55-E16C-8143-8EA7-B6CA41700470}"/>
              </a:ext>
            </a:extLst>
          </p:cNvPr>
          <p:cNvSpPr txBox="1"/>
          <p:nvPr/>
        </p:nvSpPr>
        <p:spPr>
          <a:xfrm>
            <a:off x="477981" y="1122363"/>
            <a:ext cx="4023360" cy="32041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dirty="0">
                <a:latin typeface="+mj-lt"/>
                <a:ea typeface="+mj-ea"/>
                <a:cs typeface="+mj-cs"/>
              </a:rPr>
              <a:t>We seldom analyze a single Rate Matrix in isolation . . .</a:t>
            </a:r>
          </a:p>
        </p:txBody>
      </p:sp>
      <p:sp>
        <p:nvSpPr>
          <p:cNvPr id="20" name="Rectangle 1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Slide Number Placeholder 1">
            <a:extLst>
              <a:ext uri="{FF2B5EF4-FFF2-40B4-BE49-F238E27FC236}">
                <a16:creationId xmlns:a16="http://schemas.microsoft.com/office/drawing/2014/main" id="{86DCB8C1-19B7-1045-A62A-4F46FFA1414B}"/>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A2D8A776-6538-5648-A668-0309365E34FA}" type="slidenum">
              <a:rPr lang="en-US">
                <a:solidFill>
                  <a:schemeClr val="bg1"/>
                </a:solidFill>
                <a:latin typeface="Calibri" panose="020F0502020204030204"/>
              </a:rPr>
              <a:pPr>
                <a:spcAft>
                  <a:spcPts val="600"/>
                </a:spcAft>
                <a:defRPr/>
              </a:pPr>
              <a:t>11</a:t>
            </a:fld>
            <a:endParaRPr lang="en-US">
              <a:solidFill>
                <a:schemeClr val="bg1"/>
              </a:solidFill>
              <a:latin typeface="Calibri" panose="020F0502020204030204"/>
            </a:endParaRPr>
          </a:p>
        </p:txBody>
      </p:sp>
    </p:spTree>
    <p:extLst>
      <p:ext uri="{BB962C8B-B14F-4D97-AF65-F5344CB8AC3E}">
        <p14:creationId xmlns:p14="http://schemas.microsoft.com/office/powerpoint/2010/main" val="223362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7E9E28-43E6-A1E0-29A6-55BAB33357D6}"/>
              </a:ext>
            </a:extLst>
          </p:cNvPr>
          <p:cNvSpPr>
            <a:spLocks noGrp="1"/>
          </p:cNvSpPr>
          <p:nvPr>
            <p:ph type="title"/>
          </p:nvPr>
        </p:nvSpPr>
        <p:spPr>
          <a:xfrm>
            <a:off x="1524000" y="5010275"/>
            <a:ext cx="9144000" cy="757317"/>
          </a:xfrm>
        </p:spPr>
        <p:txBody>
          <a:bodyPr vert="horz" lIns="91440" tIns="45720" rIns="91440" bIns="45720" rtlCol="0" anchor="b">
            <a:normAutofit/>
          </a:bodyPr>
          <a:lstStyle/>
          <a:p>
            <a:pPr algn="ctr"/>
            <a:r>
              <a:rPr lang="en-US" sz="3200" i="1" kern="1200" dirty="0">
                <a:solidFill>
                  <a:schemeClr val="tx1"/>
                </a:solidFill>
                <a:latin typeface="+mj-lt"/>
                <a:ea typeface="+mj-ea"/>
                <a:cs typeface="+mj-cs"/>
              </a:rPr>
              <a:t>G</a:t>
            </a:r>
            <a:r>
              <a:rPr lang="en-US" sz="3200" kern="1200" dirty="0">
                <a:solidFill>
                  <a:schemeClr val="tx1"/>
                </a:solidFill>
                <a:latin typeface="+mj-lt"/>
                <a:ea typeface="+mj-ea"/>
                <a:cs typeface="+mj-cs"/>
              </a:rPr>
              <a:t> = 4 Lexis Diagrams</a:t>
            </a:r>
          </a:p>
        </p:txBody>
      </p:sp>
      <p:pic>
        <p:nvPicPr>
          <p:cNvPr id="1026" name="Picture 2">
            <a:extLst>
              <a:ext uri="{FF2B5EF4-FFF2-40B4-BE49-F238E27FC236}">
                <a16:creationId xmlns:a16="http://schemas.microsoft.com/office/drawing/2014/main" id="{B4BE75BB-A269-8259-55D8-E6D981DFCC1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052" r="15493" b="-1"/>
          <a:stretch>
            <a:fillRect/>
          </a:stretch>
        </p:blipFill>
        <p:spPr bwMode="auto">
          <a:xfrm>
            <a:off x="289441" y="454132"/>
            <a:ext cx="5806559" cy="418013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533F910-B852-BDC2-50DA-EE1BBD0FB8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480" r="14065" b="-1"/>
          <a:stretch>
            <a:fillRect/>
          </a:stretch>
        </p:blipFill>
        <p:spPr bwMode="auto">
          <a:xfrm>
            <a:off x="6096001" y="331393"/>
            <a:ext cx="5977054" cy="4302872"/>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2F4C03CF-76AD-2B9F-7EAC-BD21772B9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033402" y="-604469"/>
            <a:ext cx="123362" cy="10439007"/>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D9459D69-81E2-5DEC-98A2-EF3BBA4EAC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718160" y="2080291"/>
            <a:ext cx="123362" cy="506949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925BDDC4-1A0F-83E9-E61B-F5387A02716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A2D8A776-6538-5648-A668-0309365E34FA}" type="slidenum">
              <a:rPr lang="en-US"/>
              <a:pPr>
                <a:spcAft>
                  <a:spcPts val="600"/>
                </a:spcAft>
              </a:pPr>
              <a:t>12</a:t>
            </a:fld>
            <a:endParaRPr lang="en-US"/>
          </a:p>
        </p:txBody>
      </p:sp>
    </p:spTree>
    <p:extLst>
      <p:ext uri="{BB962C8B-B14F-4D97-AF65-F5344CB8AC3E}">
        <p14:creationId xmlns:p14="http://schemas.microsoft.com/office/powerpoint/2010/main" val="3861924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1DDE80E9-0562-9C4B-B045-0B1594E1D888}"/>
              </a:ext>
            </a:extLst>
          </p:cNvPr>
          <p:cNvSpPr txBox="1"/>
          <p:nvPr/>
        </p:nvSpPr>
        <p:spPr>
          <a:xfrm>
            <a:off x="6823878" y="311805"/>
            <a:ext cx="4491821" cy="1616203"/>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dirty="0">
                <a:latin typeface="+mj-lt"/>
                <a:ea typeface="+mj-ea"/>
                <a:cs typeface="+mj-cs"/>
              </a:rPr>
              <a:t>Large </a:t>
            </a:r>
            <a:r>
              <a:rPr lang="en-US" sz="3600" i="1" dirty="0">
                <a:latin typeface="+mj-lt"/>
                <a:ea typeface="+mj-ea"/>
                <a:cs typeface="+mj-cs"/>
              </a:rPr>
              <a:t>G</a:t>
            </a:r>
            <a:r>
              <a:rPr lang="en-US" sz="3600" dirty="0">
                <a:latin typeface="+mj-lt"/>
                <a:ea typeface="+mj-ea"/>
                <a:cs typeface="+mj-cs"/>
              </a:rPr>
              <a:t> versus Small </a:t>
            </a:r>
            <a:r>
              <a:rPr lang="en-US" sz="3600" i="1" dirty="0">
                <a:latin typeface="+mj-lt"/>
                <a:ea typeface="+mj-ea"/>
                <a:cs typeface="+mj-cs"/>
              </a:rPr>
              <a:t>G</a:t>
            </a:r>
          </a:p>
        </p:txBody>
      </p:sp>
      <p:pic>
        <p:nvPicPr>
          <p:cNvPr id="23" name="Picture 22" descr="A gold and silver sphere balancing on a platform">
            <a:extLst>
              <a:ext uri="{FF2B5EF4-FFF2-40B4-BE49-F238E27FC236}">
                <a16:creationId xmlns:a16="http://schemas.microsoft.com/office/drawing/2014/main" id="{DB3FEA90-B3F1-B7FB-68EE-FDE46B152391}"/>
              </a:ext>
            </a:extLst>
          </p:cNvPr>
          <p:cNvPicPr>
            <a:picLocks noChangeAspect="1"/>
          </p:cNvPicPr>
          <p:nvPr/>
        </p:nvPicPr>
        <p:blipFill>
          <a:blip r:embed="rId2"/>
          <a:srcRect r="33334"/>
          <a:stretch>
            <a:fillRect/>
          </a:stretch>
        </p:blipFill>
        <p:spPr>
          <a:xfrm>
            <a:off x="20" y="10"/>
            <a:ext cx="6095980" cy="6857990"/>
          </a:xfrm>
          <a:prstGeom prst="rect">
            <a:avLst/>
          </a:prstGeom>
        </p:spPr>
      </p:pic>
      <p:grpSp>
        <p:nvGrpSpPr>
          <p:cNvPr id="27" name="Group 26">
            <a:extLst>
              <a:ext uri="{FF2B5EF4-FFF2-40B4-BE49-F238E27FC236}">
                <a16:creationId xmlns:a16="http://schemas.microsoft.com/office/drawing/2014/main" id="{5EFBDE31-BB3E-6CFC-23CD-B5976DA384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3362" cy="6858000"/>
            <a:chOff x="12068638" y="0"/>
            <a:chExt cx="123362" cy="6858000"/>
          </a:xfrm>
        </p:grpSpPr>
        <p:sp>
          <p:nvSpPr>
            <p:cNvPr id="30" name="Rectangle 29">
              <a:extLst>
                <a:ext uri="{FF2B5EF4-FFF2-40B4-BE49-F238E27FC236}">
                  <a16:creationId xmlns:a16="http://schemas.microsoft.com/office/drawing/2014/main" id="{180A60EC-72BB-121F-556A-E2837FD99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91A2FAE-D41C-FF5D-B0A0-7808248ED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4139706"/>
              <a:ext cx="123362" cy="2718294"/>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11D547F-6FDA-1041-B565-A880B77FA4CD}"/>
                  </a:ext>
                </a:extLst>
              </p:cNvPr>
              <p:cNvSpPr txBox="1"/>
              <p:nvPr/>
            </p:nvSpPr>
            <p:spPr>
              <a:xfrm>
                <a:off x="8554488" y="3994059"/>
                <a:ext cx="3240659" cy="1480065"/>
              </a:xfrm>
              <a:prstGeom prst="rect">
                <a:avLst/>
              </a:prstGeom>
            </p:spPr>
            <p:txBody>
              <a:bodyPr vert="horz" lIns="91440" tIns="45720" rIns="91440" bIns="45720" rtlCol="0" anchor="t">
                <a:normAutofit/>
              </a:bodyPr>
              <a:lstStyle/>
              <a:p>
                <a:pPr>
                  <a:lnSpc>
                    <a:spcPct val="90000"/>
                  </a:lnSpc>
                  <a:spcAft>
                    <a:spcPts val="600"/>
                  </a:spcAft>
                </a:pPr>
                <a14:m>
                  <m:oMath xmlns:m="http://schemas.openxmlformats.org/officeDocument/2006/math">
                    <m:r>
                      <a:rPr lang="en-US" sz="2000" b="1" i="1">
                        <a:latin typeface="Cambria Math" panose="02040503050406030204" pitchFamily="18" charset="0"/>
                      </a:rPr>
                      <m:t>“</m:t>
                    </m:r>
                    <m:r>
                      <m:rPr>
                        <m:nor/>
                      </m:rPr>
                      <a:rPr lang="en-US" sz="2000" b="1" i="0"/>
                      <m:t>Small</m:t>
                    </m:r>
                    <m:r>
                      <a:rPr lang="en-US" sz="2000" b="1" i="1">
                        <a:latin typeface="Cambria Math" panose="02040503050406030204" pitchFamily="18" charset="0"/>
                      </a:rPr>
                      <m:t> </m:t>
                    </m:r>
                    <m:r>
                      <a:rPr lang="en-US" sz="2000" b="1" i="1">
                        <a:latin typeface="Cambria Math" panose="02040503050406030204" pitchFamily="18" charset="0"/>
                      </a:rPr>
                      <m:t>𝑮</m:t>
                    </m:r>
                    <m:r>
                      <a:rPr lang="en-US" sz="2000" b="1" i="1">
                        <a:latin typeface="Cambria Math" panose="02040503050406030204" pitchFamily="18" charset="0"/>
                      </a:rPr>
                      <m:t>”, </m:t>
                    </m:r>
                    <m:r>
                      <a:rPr lang="en-US" sz="2000" b="1" i="1">
                        <a:latin typeface="Cambria Math" panose="02040503050406030204" pitchFamily="18" charset="0"/>
                      </a:rPr>
                      <m:t>𝟐</m:t>
                    </m:r>
                    <m:r>
                      <a:rPr lang="en-US" sz="2000" b="1" i="1">
                        <a:latin typeface="Cambria Math" panose="02040503050406030204" pitchFamily="18" charset="0"/>
                      </a:rPr>
                      <m:t> ≤</m:t>
                    </m:r>
                    <m:r>
                      <a:rPr lang="en-US" sz="2000" b="1" i="1">
                        <a:latin typeface="Cambria Math" panose="02040503050406030204" pitchFamily="18" charset="0"/>
                      </a:rPr>
                      <m:t>𝑮</m:t>
                    </m:r>
                    <m:r>
                      <a:rPr lang="en-US" sz="2000" b="1" i="1">
                        <a:latin typeface="Cambria Math" panose="02040503050406030204" pitchFamily="18" charset="0"/>
                      </a:rPr>
                      <m:t>≼</m:t>
                    </m:r>
                    <m:r>
                      <a:rPr lang="en-US" sz="2000" b="1" i="1">
                        <a:latin typeface="Cambria Math" panose="02040503050406030204" pitchFamily="18" charset="0"/>
                      </a:rPr>
                      <m:t>𝟏𝟎</m:t>
                    </m:r>
                  </m:oMath>
                </a14:m>
                <a:r>
                  <a:rPr lang="en-US" sz="2000" b="1" dirty="0"/>
                  <a:t> </a:t>
                </a:r>
              </a:p>
              <a:p>
                <a:pPr marL="457200" indent="-342900">
                  <a:lnSpc>
                    <a:spcPct val="90000"/>
                  </a:lnSpc>
                  <a:spcAft>
                    <a:spcPts val="600"/>
                  </a:spcAft>
                  <a:buFont typeface="Arial" panose="020B0604020202020204" pitchFamily="34" charset="0"/>
                  <a:buChar char="•"/>
                </a:pPr>
                <a:r>
                  <a:rPr lang="en-US" sz="2000" dirty="0"/>
                  <a:t>Comparative Analysis</a:t>
                </a:r>
              </a:p>
              <a:p>
                <a:pPr marL="457200" indent="-342900">
                  <a:lnSpc>
                    <a:spcPct val="90000"/>
                  </a:lnSpc>
                  <a:spcAft>
                    <a:spcPts val="600"/>
                  </a:spcAft>
                  <a:buFont typeface="Arial" panose="020B0604020202020204" pitchFamily="34" charset="0"/>
                  <a:buChar char="•"/>
                </a:pPr>
                <a:r>
                  <a:rPr lang="en-US" sz="2000" dirty="0"/>
                  <a:t>Hypothesis Testing</a:t>
                </a:r>
              </a:p>
              <a:p>
                <a:pPr marL="457200" indent="-342900">
                  <a:lnSpc>
                    <a:spcPct val="90000"/>
                  </a:lnSpc>
                  <a:spcAft>
                    <a:spcPts val="600"/>
                  </a:spcAft>
                  <a:buFont typeface="Arial" panose="020B0604020202020204" pitchFamily="34" charset="0"/>
                  <a:buChar char="•"/>
                </a:pPr>
                <a:r>
                  <a:rPr lang="en-US" sz="2000" dirty="0"/>
                  <a:t>Frequentist Methods</a:t>
                </a:r>
              </a:p>
            </p:txBody>
          </p:sp>
        </mc:Choice>
        <mc:Fallback xmlns="">
          <p:sp>
            <p:nvSpPr>
              <p:cNvPr id="6" name="TextBox 5">
                <a:extLst>
                  <a:ext uri="{FF2B5EF4-FFF2-40B4-BE49-F238E27FC236}">
                    <a16:creationId xmlns:a16="http://schemas.microsoft.com/office/drawing/2014/main" id="{911D547F-6FDA-1041-B565-A880B77FA4CD}"/>
                  </a:ext>
                </a:extLst>
              </p:cNvPr>
              <p:cNvSpPr txBox="1">
                <a:spLocks noRot="1" noChangeAspect="1" noMove="1" noResize="1" noEditPoints="1" noAdjustHandles="1" noChangeArrowheads="1" noChangeShapeType="1" noTextEdit="1"/>
              </p:cNvSpPr>
              <p:nvPr/>
            </p:nvSpPr>
            <p:spPr>
              <a:xfrm>
                <a:off x="8554488" y="3994059"/>
                <a:ext cx="3240659" cy="1480065"/>
              </a:xfrm>
              <a:prstGeom prst="rect">
                <a:avLst/>
              </a:prstGeom>
              <a:blipFill>
                <a:blip r:embed="rId3"/>
                <a:stretch>
                  <a:fillRect t="-847" b="-2542"/>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48EC058D-BF45-8746-B1DE-CEEBBB9B2F3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A2D8A776-6538-5648-A668-0309365E34FA}" type="slidenum">
              <a:rPr lang="en-US">
                <a:solidFill>
                  <a:schemeClr val="tx1">
                    <a:lumMod val="50000"/>
                    <a:lumOff val="50000"/>
                  </a:schemeClr>
                </a:solidFill>
                <a:latin typeface="Calibri" panose="020F0502020204030204"/>
              </a:rPr>
              <a:pPr>
                <a:spcAft>
                  <a:spcPts val="600"/>
                </a:spcAft>
                <a:defRPr/>
              </a:pPr>
              <a:t>13</a:t>
            </a:fld>
            <a:endParaRPr lang="en-US">
              <a:solidFill>
                <a:schemeClr val="tx1">
                  <a:lumMod val="50000"/>
                  <a:lumOff val="50000"/>
                </a:schemeClr>
              </a:solidFill>
              <a:latin typeface="Calibri" panose="020F0502020204030204"/>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893CFAE-AC7E-024B-982E-F2DAB0C2DA06}"/>
                  </a:ext>
                </a:extLst>
              </p:cNvPr>
              <p:cNvSpPr txBox="1"/>
              <p:nvPr/>
            </p:nvSpPr>
            <p:spPr>
              <a:xfrm>
                <a:off x="6546102" y="2222278"/>
                <a:ext cx="2918171" cy="1554272"/>
              </a:xfrm>
              <a:prstGeom prst="rect">
                <a:avLst/>
              </a:prstGeom>
              <a:noFill/>
            </p:spPr>
            <p:txBody>
              <a:bodyPr wrap="none" rtlCol="0">
                <a:spAutoFit/>
              </a:bodyPr>
              <a:lstStyle/>
              <a:p>
                <a:pPr>
                  <a:spcAft>
                    <a:spcPts val="600"/>
                  </a:spcAft>
                </a:pPr>
                <a14:m>
                  <m:oMath xmlns:m="http://schemas.openxmlformats.org/officeDocument/2006/math">
                    <m:r>
                      <a:rPr lang="en-US" sz="2000" b="1" i="1" smtClean="0">
                        <a:latin typeface="Cambria Math" panose="02040503050406030204" pitchFamily="18" charset="0"/>
                      </a:rPr>
                      <m:t>“</m:t>
                    </m:r>
                    <m:r>
                      <m:rPr>
                        <m:nor/>
                      </m:rPr>
                      <a:rPr lang="en-US" sz="2000" b="1" i="0" smtClean="0">
                        <a:latin typeface="Cambria Math" panose="02040503050406030204" pitchFamily="18" charset="0"/>
                      </a:rPr>
                      <m:t>Large</m:t>
                    </m:r>
                    <m:r>
                      <a:rPr lang="en-US" sz="2000" b="1" i="1" smtClean="0">
                        <a:latin typeface="Cambria Math" panose="02040503050406030204" pitchFamily="18" charset="0"/>
                      </a:rPr>
                      <m:t> </m:t>
                    </m:r>
                    <m:r>
                      <a:rPr lang="en-US" sz="2000" b="1" i="1" smtClean="0">
                        <a:latin typeface="Cambria Math" panose="02040503050406030204" pitchFamily="18" charset="0"/>
                      </a:rPr>
                      <m:t>𝑮</m:t>
                    </m:r>
                    <m:r>
                      <a:rPr lang="en-US" sz="2000" b="1" i="1" smtClean="0">
                        <a:latin typeface="Cambria Math" panose="02040503050406030204" pitchFamily="18" charset="0"/>
                      </a:rPr>
                      <m:t>”, </m:t>
                    </m:r>
                    <m:r>
                      <a:rPr lang="en-US" sz="2000" b="1" i="1" smtClean="0">
                        <a:latin typeface="Cambria Math" panose="02040503050406030204" pitchFamily="18" charset="0"/>
                        <a:ea typeface="Cambria Math" panose="02040503050406030204" pitchFamily="18" charset="0"/>
                      </a:rPr>
                      <m:t>𝑮</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𝟏𝟎</m:t>
                    </m:r>
                  </m:oMath>
                </a14:m>
                <a:r>
                  <a:rPr lang="en-US" sz="2000" b="1" dirty="0"/>
                  <a:t> </a:t>
                </a:r>
              </a:p>
              <a:p>
                <a:pPr marL="342900" indent="-342900">
                  <a:spcAft>
                    <a:spcPts val="600"/>
                  </a:spcAft>
                  <a:buFont typeface="Arial" panose="020B0604020202020204" pitchFamily="34" charset="0"/>
                  <a:buChar char="•"/>
                </a:pPr>
                <a:r>
                  <a:rPr lang="en-US" sz="2000" dirty="0"/>
                  <a:t>Descriptive Analysis</a:t>
                </a:r>
              </a:p>
              <a:p>
                <a:pPr marL="342900" indent="-342900">
                  <a:spcAft>
                    <a:spcPts val="600"/>
                  </a:spcAft>
                  <a:buFont typeface="Arial" panose="020B0604020202020204" pitchFamily="34" charset="0"/>
                  <a:buChar char="•"/>
                </a:pPr>
                <a:r>
                  <a:rPr lang="en-US" sz="2000" dirty="0"/>
                  <a:t>Hypothesis Generation</a:t>
                </a:r>
              </a:p>
              <a:p>
                <a:pPr marL="342900" indent="-342900">
                  <a:spcAft>
                    <a:spcPts val="600"/>
                  </a:spcAft>
                  <a:buFont typeface="Arial" panose="020B0604020202020204" pitchFamily="34" charset="0"/>
                  <a:buChar char="•"/>
                </a:pPr>
                <a:r>
                  <a:rPr lang="en-US" sz="2000" i="1" dirty="0">
                    <a:solidFill>
                      <a:schemeClr val="tx1">
                        <a:lumMod val="50000"/>
                        <a:lumOff val="50000"/>
                      </a:schemeClr>
                    </a:solidFill>
                  </a:rPr>
                  <a:t>Bayesian Methods</a:t>
                </a:r>
              </a:p>
            </p:txBody>
          </p:sp>
        </mc:Choice>
        <mc:Fallback xmlns="">
          <p:sp>
            <p:nvSpPr>
              <p:cNvPr id="21" name="TextBox 20">
                <a:extLst>
                  <a:ext uri="{FF2B5EF4-FFF2-40B4-BE49-F238E27FC236}">
                    <a16:creationId xmlns:a16="http://schemas.microsoft.com/office/drawing/2014/main" id="{5893CFAE-AC7E-024B-982E-F2DAB0C2DA06}"/>
                  </a:ext>
                </a:extLst>
              </p:cNvPr>
              <p:cNvSpPr txBox="1">
                <a:spLocks noRot="1" noChangeAspect="1" noMove="1" noResize="1" noEditPoints="1" noAdjustHandles="1" noChangeArrowheads="1" noChangeShapeType="1" noTextEdit="1"/>
              </p:cNvSpPr>
              <p:nvPr/>
            </p:nvSpPr>
            <p:spPr>
              <a:xfrm>
                <a:off x="6546102" y="2222278"/>
                <a:ext cx="2918171" cy="1554272"/>
              </a:xfrm>
              <a:prstGeom prst="rect">
                <a:avLst/>
              </a:prstGeom>
              <a:blipFill>
                <a:blip r:embed="rId4"/>
                <a:stretch>
                  <a:fillRect l="-1732" r="-866" b="-5691"/>
                </a:stretch>
              </a:blipFill>
            </p:spPr>
            <p:txBody>
              <a:bodyPr/>
              <a:lstStyle/>
              <a:p>
                <a:r>
                  <a:rPr lang="en-US">
                    <a:noFill/>
                  </a:rPr>
                  <a:t> </a:t>
                </a:r>
              </a:p>
            </p:txBody>
          </p:sp>
        </mc:Fallback>
      </mc:AlternateContent>
    </p:spTree>
    <p:extLst>
      <p:ext uri="{BB962C8B-B14F-4D97-AF65-F5344CB8AC3E}">
        <p14:creationId xmlns:p14="http://schemas.microsoft.com/office/powerpoint/2010/main" val="2289206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Rectangle 34">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7" name="Rectangle 36">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4C601BE0-B85C-DE64-2228-DCAFA4BF3117}"/>
              </a:ext>
            </a:extLst>
          </p:cNvPr>
          <p:cNvSpPr>
            <a:spLocks noGrp="1"/>
          </p:cNvSpPr>
          <p:nvPr>
            <p:ph type="title"/>
          </p:nvPr>
        </p:nvSpPr>
        <p:spPr>
          <a:xfrm>
            <a:off x="1115568" y="548640"/>
            <a:ext cx="10168128" cy="1179576"/>
          </a:xfrm>
        </p:spPr>
        <p:txBody>
          <a:bodyPr vert="horz" lIns="91440" tIns="45720" rIns="91440" bIns="45720" rtlCol="0" anchor="ctr">
            <a:normAutofit/>
          </a:bodyPr>
          <a:lstStyle/>
          <a:p>
            <a:r>
              <a:rPr lang="en-US" sz="4000" kern="1200">
                <a:solidFill>
                  <a:schemeClr val="tx1"/>
                </a:solidFill>
                <a:latin typeface="+mj-lt"/>
                <a:ea typeface="+mj-ea"/>
                <a:cs typeface="+mj-cs"/>
              </a:rPr>
              <a:t>Rates Objects</a:t>
            </a:r>
          </a:p>
        </p:txBody>
      </p:sp>
      <p:sp>
        <p:nvSpPr>
          <p:cNvPr id="39" name="Rectangle 38">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Box 3">
            <a:extLst>
              <a:ext uri="{FF2B5EF4-FFF2-40B4-BE49-F238E27FC236}">
                <a16:creationId xmlns:a16="http://schemas.microsoft.com/office/drawing/2014/main" id="{F0CBEC57-9DEC-1868-7465-1DA206A6A090}"/>
              </a:ext>
            </a:extLst>
          </p:cNvPr>
          <p:cNvSpPr txBox="1"/>
          <p:nvPr/>
        </p:nvSpPr>
        <p:spPr>
          <a:xfrm>
            <a:off x="1115568" y="2481943"/>
            <a:ext cx="10168128" cy="3695020"/>
          </a:xfrm>
          <a:prstGeom prst="rect">
            <a:avLst/>
          </a:prstGeom>
        </p:spPr>
        <p:txBody>
          <a:bodyPr vert="horz" lIns="91440" tIns="45720" rIns="91440" bIns="45720" rtlCol="0">
            <a:normAutofit/>
          </a:bodyPr>
          <a:lstStyle/>
          <a:p>
            <a:pPr marL="400050" indent="-342900">
              <a:lnSpc>
                <a:spcPct val="90000"/>
              </a:lnSpc>
              <a:spcAft>
                <a:spcPts val="600"/>
              </a:spcAft>
              <a:buFont typeface="Courier New" panose="02070309020205020404" pitchFamily="49" charset="0"/>
              <a:buChar char="o"/>
            </a:pPr>
            <a:r>
              <a:rPr lang="en-US" sz="2200" dirty="0"/>
              <a:t>Lexis diagrams are represented in MATISSE using the </a:t>
            </a:r>
            <a:r>
              <a:rPr lang="en-US" sz="2200" dirty="0">
                <a:latin typeface="Andale Mono" panose="020B0509000000000004" pitchFamily="49" charset="0"/>
                <a:cs typeface="Courier New" panose="02070309020205020404" pitchFamily="49" charset="0"/>
              </a:rPr>
              <a:t>rates</a:t>
            </a:r>
            <a:r>
              <a:rPr lang="en-US" sz="2200" dirty="0"/>
              <a:t> class</a:t>
            </a:r>
          </a:p>
          <a:p>
            <a:pPr marL="857250" lvl="1" indent="-342900">
              <a:lnSpc>
                <a:spcPct val="90000"/>
              </a:lnSpc>
              <a:spcAft>
                <a:spcPts val="600"/>
              </a:spcAft>
              <a:buFont typeface="Courier New" panose="02070309020205020404" pitchFamily="49" charset="0"/>
              <a:buChar char="o"/>
            </a:pPr>
            <a:r>
              <a:rPr lang="en-US" sz="2200" dirty="0"/>
              <a:t>Extends the schema used by the </a:t>
            </a:r>
            <a:r>
              <a:rPr lang="en-US" sz="2200" dirty="0">
                <a:hlinkClick r:id="rId2"/>
              </a:rPr>
              <a:t>NCI Web Tool</a:t>
            </a:r>
            <a:endParaRPr lang="en-US" sz="2200" dirty="0"/>
          </a:p>
          <a:p>
            <a:pPr marL="857250" lvl="1" indent="-342900">
              <a:lnSpc>
                <a:spcPct val="90000"/>
              </a:lnSpc>
              <a:spcAft>
                <a:spcPts val="600"/>
              </a:spcAft>
              <a:buFont typeface="Courier New" panose="02070309020205020404" pitchFamily="49" charset="0"/>
              <a:buChar char="o"/>
            </a:pPr>
            <a:r>
              <a:rPr lang="en-US" sz="2200" dirty="0"/>
              <a:t>You can manipulate </a:t>
            </a:r>
            <a:r>
              <a:rPr lang="en-US" sz="2200" dirty="0">
                <a:latin typeface="Andale Mono" panose="020B0509000000000004" pitchFamily="49" charset="0"/>
              </a:rPr>
              <a:t>rates</a:t>
            </a:r>
            <a:r>
              <a:rPr lang="en-US" sz="2200" dirty="0"/>
              <a:t> objects using many functions (class methods)</a:t>
            </a:r>
          </a:p>
          <a:p>
            <a:pPr marL="57150" indent="-228600">
              <a:lnSpc>
                <a:spcPct val="90000"/>
              </a:lnSpc>
              <a:spcAft>
                <a:spcPts val="600"/>
              </a:spcAft>
              <a:buFont typeface="Arial" panose="020B0604020202020204" pitchFamily="34" charset="0"/>
              <a:buChar char="•"/>
            </a:pPr>
            <a:endParaRPr lang="en-US" sz="2200" dirty="0"/>
          </a:p>
        </p:txBody>
      </p:sp>
      <p:sp>
        <p:nvSpPr>
          <p:cNvPr id="2" name="Slide Number Placeholder 1">
            <a:extLst>
              <a:ext uri="{FF2B5EF4-FFF2-40B4-BE49-F238E27FC236}">
                <a16:creationId xmlns:a16="http://schemas.microsoft.com/office/drawing/2014/main" id="{2EE70827-0B2E-7BD0-EABF-333A181D5CF3}"/>
              </a:ext>
            </a:extLst>
          </p:cNvPr>
          <p:cNvSpPr>
            <a:spLocks noGrp="1"/>
          </p:cNvSpPr>
          <p:nvPr>
            <p:ph type="sldNum" sz="quarter" idx="12"/>
          </p:nvPr>
        </p:nvSpPr>
        <p:spPr>
          <a:xfrm>
            <a:off x="8540496" y="6356350"/>
            <a:ext cx="2743200" cy="365125"/>
          </a:xfrm>
        </p:spPr>
        <p:txBody>
          <a:bodyPr vert="horz" lIns="91440" tIns="45720" rIns="91440" bIns="45720" rtlCol="0" anchor="ctr">
            <a:normAutofit/>
          </a:bodyPr>
          <a:lstStyle/>
          <a:p>
            <a:pPr>
              <a:spcAft>
                <a:spcPts val="600"/>
              </a:spcAft>
            </a:pPr>
            <a:fld id="{A2D8A776-6538-5648-A668-0309365E34FA}" type="slidenum">
              <a:rPr lang="en-US">
                <a:solidFill>
                  <a:schemeClr val="tx1">
                    <a:lumMod val="50000"/>
                    <a:lumOff val="50000"/>
                  </a:schemeClr>
                </a:solidFill>
              </a:rPr>
              <a:pPr>
                <a:spcAft>
                  <a:spcPts val="600"/>
                </a:spcAft>
              </a:pPr>
              <a:t>14</a:t>
            </a:fld>
            <a:endParaRPr lang="en-US">
              <a:solidFill>
                <a:schemeClr val="tx1">
                  <a:lumMod val="50000"/>
                  <a:lumOff val="50000"/>
                </a:schemeClr>
              </a:solidFill>
            </a:endParaRPr>
          </a:p>
        </p:txBody>
      </p:sp>
    </p:spTree>
    <p:extLst>
      <p:ext uri="{BB962C8B-B14F-4D97-AF65-F5344CB8AC3E}">
        <p14:creationId xmlns:p14="http://schemas.microsoft.com/office/powerpoint/2010/main" val="9898543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11491</TotalTime>
  <Words>488</Words>
  <Application>Microsoft Macintosh PowerPoint</Application>
  <PresentationFormat>Widescreen</PresentationFormat>
  <Paragraphs>112</Paragraphs>
  <Slides>14</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14</vt:i4>
      </vt:variant>
    </vt:vector>
  </HeadingPairs>
  <TitlesOfParts>
    <vt:vector size="25" baseType="lpstr">
      <vt:lpstr>Andale Mono</vt:lpstr>
      <vt:lpstr>Aptos</vt:lpstr>
      <vt:lpstr>Aptos Display</vt:lpstr>
      <vt:lpstr>Arial</vt:lpstr>
      <vt:lpstr>Calibri</vt:lpstr>
      <vt:lpstr>Calibri Light</vt:lpstr>
      <vt:lpstr>Cambria Math</vt:lpstr>
      <vt:lpstr>Courier New</vt:lpstr>
      <vt:lpstr>System Font Regular</vt:lpstr>
      <vt:lpstr>Office Theme</vt:lpstr>
      <vt:lpstr>1_Office Theme</vt:lpstr>
      <vt:lpstr>PowerPoint Presentation</vt:lpstr>
      <vt:lpstr>PowerPoint Presentation</vt:lpstr>
      <vt:lpstr>PowerPoint Presentation</vt:lpstr>
      <vt:lpstr>Lexis Diagrams from SEERStat</vt:lpstr>
      <vt:lpstr>PowerPoint Presentation</vt:lpstr>
      <vt:lpstr>PowerPoint Presentation</vt:lpstr>
      <vt:lpstr>Four Directions in the Lexis Diagram standard axes a and p rotated axes a_↘and c </vt:lpstr>
      <vt:lpstr>PowerPoint Presentation</vt:lpstr>
      <vt:lpstr>Social Generations in the United States</vt:lpstr>
      <vt:lpstr>Birth Cohort Effects: Impact</vt:lpstr>
      <vt:lpstr>PowerPoint Presentation</vt:lpstr>
      <vt:lpstr>G = 4 Lexis Diagrams</vt:lpstr>
      <vt:lpstr>PowerPoint Presentation</vt:lpstr>
      <vt:lpstr>Rates Objects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Semiparametric Methods for Age-Period-Cohort Analysis</dc:title>
  <dc:creator>Philip Rosenberg</dc:creator>
  <cp:lastModifiedBy>Philip Rosenberg</cp:lastModifiedBy>
  <cp:revision>483</cp:revision>
  <dcterms:created xsi:type="dcterms:W3CDTF">2021-02-03T10:32:22Z</dcterms:created>
  <dcterms:modified xsi:type="dcterms:W3CDTF">2026-04-14T14:53:08Z</dcterms:modified>
</cp:coreProperties>
</file>