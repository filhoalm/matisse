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454" r:id="rId4"/>
    <p:sldId id="456" r:id="rId5"/>
    <p:sldId id="374" r:id="rId6"/>
    <p:sldId id="448" r:id="rId7"/>
    <p:sldId id="447" r:id="rId8"/>
    <p:sldId id="375" r:id="rId9"/>
    <p:sldId id="389" r:id="rId10"/>
    <p:sldId id="457" r:id="rId11"/>
    <p:sldId id="446" r:id="rId12"/>
    <p:sldId id="452" r:id="rId13"/>
    <p:sldId id="453" r:id="rId14"/>
    <p:sldId id="45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12FC48-38AD-2753-32EE-115A01CD7D77}" name="Philip Rosenberg" initials="PR" userId="d5ea75b351bb33c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2142F"/>
    <a:srgbClr val="77AC30"/>
    <a:srgbClr val="7E2F8E"/>
    <a:srgbClr val="EDB120"/>
    <a:srgbClr val="D95319"/>
    <a:srgbClr val="0072BD"/>
    <a:srgbClr val="FF85FF"/>
    <a:srgbClr val="9437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438"/>
    <p:restoredTop sz="97872"/>
  </p:normalViewPr>
  <p:slideViewPr>
    <p:cSldViewPr snapToGrid="0" snapToObjects="1" showGuides="1">
      <p:cViewPr varScale="1">
        <p:scale>
          <a:sx n="110" d="100"/>
          <a:sy n="110" d="100"/>
        </p:scale>
        <p:origin x="207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3B6DB-9D02-4130-BECB-9EB177DAF54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C0A8A0-3DBF-4EF6-9608-9073956B76A1}">
      <dgm:prSet/>
      <dgm:spPr/>
      <dgm:t>
        <a:bodyPr/>
        <a:lstStyle/>
        <a:p>
          <a:r>
            <a:rPr lang="en-US" dirty="0"/>
            <a:t>Born in 1960 in southwest Washington DC</a:t>
          </a:r>
        </a:p>
      </dgm:t>
    </dgm:pt>
    <dgm:pt modelId="{36239F5B-FF1C-4041-8F83-2D4538FFBC5B}" type="parTrans" cxnId="{BE4B0344-9C96-4250-A6D0-F7BE322BEC24}">
      <dgm:prSet/>
      <dgm:spPr/>
      <dgm:t>
        <a:bodyPr/>
        <a:lstStyle/>
        <a:p>
          <a:endParaRPr lang="en-US"/>
        </a:p>
      </dgm:t>
    </dgm:pt>
    <dgm:pt modelId="{5BD9F86E-A790-496D-9E29-93FD0A5C487A}" type="sibTrans" cxnId="{BE4B0344-9C96-4250-A6D0-F7BE322BEC24}">
      <dgm:prSet/>
      <dgm:spPr/>
      <dgm:t>
        <a:bodyPr/>
        <a:lstStyle/>
        <a:p>
          <a:endParaRPr lang="en-US"/>
        </a:p>
      </dgm:t>
    </dgm:pt>
    <dgm:pt modelId="{71FBD8AD-582E-469F-ABCE-8D9B328DC443}">
      <dgm:prSet/>
      <dgm:spPr/>
      <dgm:t>
        <a:bodyPr/>
        <a:lstStyle/>
        <a:p>
          <a:r>
            <a:rPr lang="en-US" dirty="0"/>
            <a:t>PhD in Biostatistics from Yale University in 1988</a:t>
          </a:r>
        </a:p>
        <a:p>
          <a:r>
            <a:rPr lang="en-US" i="1" dirty="0">
              <a:solidFill>
                <a:schemeClr val="tx1">
                  <a:lumMod val="50000"/>
                  <a:lumOff val="50000"/>
                </a:schemeClr>
              </a:solidFill>
            </a:rPr>
            <a:t>TR Holford, MB Bracken</a:t>
          </a:r>
        </a:p>
      </dgm:t>
    </dgm:pt>
    <dgm:pt modelId="{9CF7D32E-8A02-4C13-9A71-7A6C04D04189}" type="parTrans" cxnId="{D1D4ECC9-E1FF-4891-88F2-FCAD1936FBBE}">
      <dgm:prSet/>
      <dgm:spPr/>
      <dgm:t>
        <a:bodyPr/>
        <a:lstStyle/>
        <a:p>
          <a:endParaRPr lang="en-US"/>
        </a:p>
      </dgm:t>
    </dgm:pt>
    <dgm:pt modelId="{90978FDC-A5ED-4C3D-9119-F410BEEF0DC8}" type="sibTrans" cxnId="{D1D4ECC9-E1FF-4891-88F2-FCAD1936FBBE}">
      <dgm:prSet/>
      <dgm:spPr/>
      <dgm:t>
        <a:bodyPr/>
        <a:lstStyle/>
        <a:p>
          <a:endParaRPr lang="en-US"/>
        </a:p>
      </dgm:t>
    </dgm:pt>
    <dgm:pt modelId="{3EAC833A-0094-47DE-ACC1-9716FBC5A010}">
      <dgm:prSet/>
      <dgm:spPr/>
      <dgm:t>
        <a:bodyPr/>
        <a:lstStyle/>
        <a:p>
          <a:r>
            <a:rPr lang="en-US"/>
            <a:t>Married, 3 children</a:t>
          </a:r>
        </a:p>
      </dgm:t>
    </dgm:pt>
    <dgm:pt modelId="{9078E913-559A-4D23-B98D-9C93E4702889}" type="parTrans" cxnId="{986C17BB-EC63-42CD-93A5-3359840C68C3}">
      <dgm:prSet/>
      <dgm:spPr/>
      <dgm:t>
        <a:bodyPr/>
        <a:lstStyle/>
        <a:p>
          <a:endParaRPr lang="en-US"/>
        </a:p>
      </dgm:t>
    </dgm:pt>
    <dgm:pt modelId="{9BACB359-0F4D-4073-ADBE-748DB2286D14}" type="sibTrans" cxnId="{986C17BB-EC63-42CD-93A5-3359840C68C3}">
      <dgm:prSet/>
      <dgm:spPr/>
      <dgm:t>
        <a:bodyPr/>
        <a:lstStyle/>
        <a:p>
          <a:endParaRPr lang="en-US"/>
        </a:p>
      </dgm:t>
    </dgm:pt>
    <dgm:pt modelId="{7E744690-AD71-4CC7-B683-F9DA7DAF2830}">
      <dgm:prSet/>
      <dgm:spPr/>
      <dgm:t>
        <a:bodyPr/>
        <a:lstStyle/>
        <a:p>
          <a:r>
            <a:rPr lang="en-US" dirty="0"/>
            <a:t>Lifer at the NCI (1988 – 2025) </a:t>
          </a:r>
        </a:p>
        <a:p>
          <a:r>
            <a:rPr lang="en-US" i="1" dirty="0">
              <a:solidFill>
                <a:schemeClr val="tx1">
                  <a:lumMod val="50000"/>
                  <a:lumOff val="50000"/>
                </a:schemeClr>
              </a:solidFill>
            </a:rPr>
            <a:t>MH Gail, BP Alter, WF Anderson</a:t>
          </a:r>
        </a:p>
      </dgm:t>
    </dgm:pt>
    <dgm:pt modelId="{B1E7DA9F-9D9F-4F7D-B776-16ECCF794E3D}" type="parTrans" cxnId="{0805282D-2FE6-457E-A280-59EBFFBD0935}">
      <dgm:prSet/>
      <dgm:spPr/>
      <dgm:t>
        <a:bodyPr/>
        <a:lstStyle/>
        <a:p>
          <a:endParaRPr lang="en-US"/>
        </a:p>
      </dgm:t>
    </dgm:pt>
    <dgm:pt modelId="{3030826D-AF7F-408B-9F68-0C1C60DC3C9D}" type="sibTrans" cxnId="{0805282D-2FE6-457E-A280-59EBFFBD0935}">
      <dgm:prSet/>
      <dgm:spPr/>
      <dgm:t>
        <a:bodyPr/>
        <a:lstStyle/>
        <a:p>
          <a:endParaRPr lang="en-US"/>
        </a:p>
      </dgm:t>
    </dgm:pt>
    <dgm:pt modelId="{B290624A-4D86-4F5A-9A8E-2194F6F35FC1}">
      <dgm:prSet/>
      <dgm:spPr/>
      <dgm:t>
        <a:bodyPr/>
        <a:lstStyle/>
        <a:p>
          <a:r>
            <a:rPr lang="en-US"/>
            <a:t>Currently affiliated with QIMR, ACS, IARC</a:t>
          </a:r>
        </a:p>
      </dgm:t>
    </dgm:pt>
    <dgm:pt modelId="{2AA8FDEC-7F10-49E1-9B3D-7B04579C3B19}" type="parTrans" cxnId="{2E93EE8B-9086-48A5-A459-963D0C6F6E19}">
      <dgm:prSet/>
      <dgm:spPr/>
      <dgm:t>
        <a:bodyPr/>
        <a:lstStyle/>
        <a:p>
          <a:endParaRPr lang="en-US"/>
        </a:p>
      </dgm:t>
    </dgm:pt>
    <dgm:pt modelId="{B11DC415-2217-4A87-BD5B-CF961D78A052}" type="sibTrans" cxnId="{2E93EE8B-9086-48A5-A459-963D0C6F6E19}">
      <dgm:prSet/>
      <dgm:spPr/>
      <dgm:t>
        <a:bodyPr/>
        <a:lstStyle/>
        <a:p>
          <a:endParaRPr lang="en-US"/>
        </a:p>
      </dgm:t>
    </dgm:pt>
    <dgm:pt modelId="{F2321A1B-B73B-4743-9E0D-3B05599C6A77}">
      <dgm:prSet/>
      <dgm:spPr/>
      <dgm:t>
        <a:bodyPr/>
        <a:lstStyle/>
        <a:p>
          <a:r>
            <a:rPr lang="en-US" dirty="0"/>
            <a:t>Interests and hobbies include fitness, dogs and music</a:t>
          </a:r>
        </a:p>
      </dgm:t>
    </dgm:pt>
    <dgm:pt modelId="{31DA51B7-D9F6-40E1-A74E-3305CB5FB74B}" type="parTrans" cxnId="{F4908126-083F-475B-B0B7-80A03D652442}">
      <dgm:prSet/>
      <dgm:spPr/>
      <dgm:t>
        <a:bodyPr/>
        <a:lstStyle/>
        <a:p>
          <a:endParaRPr lang="en-US"/>
        </a:p>
      </dgm:t>
    </dgm:pt>
    <dgm:pt modelId="{46065F6E-CEA0-4292-8D7B-ACADC1F4DF7F}" type="sibTrans" cxnId="{F4908126-083F-475B-B0B7-80A03D652442}">
      <dgm:prSet/>
      <dgm:spPr/>
      <dgm:t>
        <a:bodyPr/>
        <a:lstStyle/>
        <a:p>
          <a:endParaRPr lang="en-US"/>
        </a:p>
      </dgm:t>
    </dgm:pt>
    <dgm:pt modelId="{DE4CB1B9-B590-1041-80B0-2A450172277B}" type="pres">
      <dgm:prSet presAssocID="{D213B6DB-9D02-4130-BECB-9EB177DAF542}" presName="vert0" presStyleCnt="0">
        <dgm:presLayoutVars>
          <dgm:dir/>
          <dgm:animOne val="branch"/>
          <dgm:animLvl val="lvl"/>
        </dgm:presLayoutVars>
      </dgm:prSet>
      <dgm:spPr/>
    </dgm:pt>
    <dgm:pt modelId="{BD25D350-3854-144E-8E2B-407873406353}" type="pres">
      <dgm:prSet presAssocID="{C7C0A8A0-3DBF-4EF6-9608-9073956B76A1}" presName="thickLine" presStyleLbl="alignNode1" presStyleIdx="0" presStyleCnt="6"/>
      <dgm:spPr/>
    </dgm:pt>
    <dgm:pt modelId="{A33D7652-4F22-1E4E-BA6C-2C42DD1B8199}" type="pres">
      <dgm:prSet presAssocID="{C7C0A8A0-3DBF-4EF6-9608-9073956B76A1}" presName="horz1" presStyleCnt="0"/>
      <dgm:spPr/>
    </dgm:pt>
    <dgm:pt modelId="{81F2D435-EC3C-C547-9AE3-3512803D7668}" type="pres">
      <dgm:prSet presAssocID="{C7C0A8A0-3DBF-4EF6-9608-9073956B76A1}" presName="tx1" presStyleLbl="revTx" presStyleIdx="0" presStyleCnt="6"/>
      <dgm:spPr/>
    </dgm:pt>
    <dgm:pt modelId="{E529A3CA-996C-EA4B-97C8-A0897AB3630A}" type="pres">
      <dgm:prSet presAssocID="{C7C0A8A0-3DBF-4EF6-9608-9073956B76A1}" presName="vert1" presStyleCnt="0"/>
      <dgm:spPr/>
    </dgm:pt>
    <dgm:pt modelId="{3C06D05A-2DA1-E143-BEFC-48DD9346A8D7}" type="pres">
      <dgm:prSet presAssocID="{71FBD8AD-582E-469F-ABCE-8D9B328DC443}" presName="thickLine" presStyleLbl="alignNode1" presStyleIdx="1" presStyleCnt="6"/>
      <dgm:spPr/>
    </dgm:pt>
    <dgm:pt modelId="{5AFDEAB3-2445-9949-AF57-274465D17840}" type="pres">
      <dgm:prSet presAssocID="{71FBD8AD-582E-469F-ABCE-8D9B328DC443}" presName="horz1" presStyleCnt="0"/>
      <dgm:spPr/>
    </dgm:pt>
    <dgm:pt modelId="{E7B68692-C6B7-C34C-B403-68C6A7D550D7}" type="pres">
      <dgm:prSet presAssocID="{71FBD8AD-582E-469F-ABCE-8D9B328DC443}" presName="tx1" presStyleLbl="revTx" presStyleIdx="1" presStyleCnt="6"/>
      <dgm:spPr/>
    </dgm:pt>
    <dgm:pt modelId="{9BC713DA-602B-E84B-891F-72CD3C2CEC9F}" type="pres">
      <dgm:prSet presAssocID="{71FBD8AD-582E-469F-ABCE-8D9B328DC443}" presName="vert1" presStyleCnt="0"/>
      <dgm:spPr/>
    </dgm:pt>
    <dgm:pt modelId="{31E4B7EB-E188-9947-B4EE-E65D79F0E3E9}" type="pres">
      <dgm:prSet presAssocID="{3EAC833A-0094-47DE-ACC1-9716FBC5A010}" presName="thickLine" presStyleLbl="alignNode1" presStyleIdx="2" presStyleCnt="6"/>
      <dgm:spPr/>
    </dgm:pt>
    <dgm:pt modelId="{C65BCAE9-F8D9-AD4B-BA45-FA580919C199}" type="pres">
      <dgm:prSet presAssocID="{3EAC833A-0094-47DE-ACC1-9716FBC5A010}" presName="horz1" presStyleCnt="0"/>
      <dgm:spPr/>
    </dgm:pt>
    <dgm:pt modelId="{EB098146-CD47-B642-B0B0-81D991A50991}" type="pres">
      <dgm:prSet presAssocID="{3EAC833A-0094-47DE-ACC1-9716FBC5A010}" presName="tx1" presStyleLbl="revTx" presStyleIdx="2" presStyleCnt="6"/>
      <dgm:spPr/>
    </dgm:pt>
    <dgm:pt modelId="{2D7B7828-0671-A04D-95A2-095CE156F212}" type="pres">
      <dgm:prSet presAssocID="{3EAC833A-0094-47DE-ACC1-9716FBC5A010}" presName="vert1" presStyleCnt="0"/>
      <dgm:spPr/>
    </dgm:pt>
    <dgm:pt modelId="{43A93197-89A0-624C-9132-829C286A813B}" type="pres">
      <dgm:prSet presAssocID="{7E744690-AD71-4CC7-B683-F9DA7DAF2830}" presName="thickLine" presStyleLbl="alignNode1" presStyleIdx="3" presStyleCnt="6"/>
      <dgm:spPr/>
    </dgm:pt>
    <dgm:pt modelId="{4BC43597-7034-A34D-B207-FAC0664A769B}" type="pres">
      <dgm:prSet presAssocID="{7E744690-AD71-4CC7-B683-F9DA7DAF2830}" presName="horz1" presStyleCnt="0"/>
      <dgm:spPr/>
    </dgm:pt>
    <dgm:pt modelId="{48D2EA0D-3D48-1A42-9AE5-88A66AC6A15A}" type="pres">
      <dgm:prSet presAssocID="{7E744690-AD71-4CC7-B683-F9DA7DAF2830}" presName="tx1" presStyleLbl="revTx" presStyleIdx="3" presStyleCnt="6"/>
      <dgm:spPr/>
    </dgm:pt>
    <dgm:pt modelId="{E821D018-D2BA-7746-9B90-32AE305A5421}" type="pres">
      <dgm:prSet presAssocID="{7E744690-AD71-4CC7-B683-F9DA7DAF2830}" presName="vert1" presStyleCnt="0"/>
      <dgm:spPr/>
    </dgm:pt>
    <dgm:pt modelId="{C1C2FC0D-C1D9-634A-9FAA-5B6C545B1DA0}" type="pres">
      <dgm:prSet presAssocID="{B290624A-4D86-4F5A-9A8E-2194F6F35FC1}" presName="thickLine" presStyleLbl="alignNode1" presStyleIdx="4" presStyleCnt="6"/>
      <dgm:spPr/>
    </dgm:pt>
    <dgm:pt modelId="{9EDC6458-1950-A543-B625-C3A8DB43D56F}" type="pres">
      <dgm:prSet presAssocID="{B290624A-4D86-4F5A-9A8E-2194F6F35FC1}" presName="horz1" presStyleCnt="0"/>
      <dgm:spPr/>
    </dgm:pt>
    <dgm:pt modelId="{1499ABFA-9796-1C4F-AF71-7B47C6DE5020}" type="pres">
      <dgm:prSet presAssocID="{B290624A-4D86-4F5A-9A8E-2194F6F35FC1}" presName="tx1" presStyleLbl="revTx" presStyleIdx="4" presStyleCnt="6"/>
      <dgm:spPr/>
    </dgm:pt>
    <dgm:pt modelId="{16EC8E65-2456-834C-8122-B6115A71D4B8}" type="pres">
      <dgm:prSet presAssocID="{B290624A-4D86-4F5A-9A8E-2194F6F35FC1}" presName="vert1" presStyleCnt="0"/>
      <dgm:spPr/>
    </dgm:pt>
    <dgm:pt modelId="{6B4AAB88-E0F5-C44F-A16B-BE325D81DE7B}" type="pres">
      <dgm:prSet presAssocID="{F2321A1B-B73B-4743-9E0D-3B05599C6A77}" presName="thickLine" presStyleLbl="alignNode1" presStyleIdx="5" presStyleCnt="6"/>
      <dgm:spPr/>
    </dgm:pt>
    <dgm:pt modelId="{D5BFEBFD-2F65-2949-8AAC-0635821A478B}" type="pres">
      <dgm:prSet presAssocID="{F2321A1B-B73B-4743-9E0D-3B05599C6A77}" presName="horz1" presStyleCnt="0"/>
      <dgm:spPr/>
    </dgm:pt>
    <dgm:pt modelId="{3872FCE1-EE66-A94E-AFA5-B6D3937607F1}" type="pres">
      <dgm:prSet presAssocID="{F2321A1B-B73B-4743-9E0D-3B05599C6A77}" presName="tx1" presStyleLbl="revTx" presStyleIdx="5" presStyleCnt="6"/>
      <dgm:spPr/>
    </dgm:pt>
    <dgm:pt modelId="{CC4CCAF8-70F4-124D-B2A1-0E71009FA8C5}" type="pres">
      <dgm:prSet presAssocID="{F2321A1B-B73B-4743-9E0D-3B05599C6A77}" presName="vert1" presStyleCnt="0"/>
      <dgm:spPr/>
    </dgm:pt>
  </dgm:ptLst>
  <dgm:cxnLst>
    <dgm:cxn modelId="{71C24C02-76F2-D647-9ACB-62B28F121580}" type="presOf" srcId="{71FBD8AD-582E-469F-ABCE-8D9B328DC443}" destId="{E7B68692-C6B7-C34C-B403-68C6A7D550D7}" srcOrd="0" destOrd="0" presId="urn:microsoft.com/office/officeart/2008/layout/LinedList"/>
    <dgm:cxn modelId="{A408950C-9B7F-4C42-805C-41A0247ABCB4}" type="presOf" srcId="{C7C0A8A0-3DBF-4EF6-9608-9073956B76A1}" destId="{81F2D435-EC3C-C547-9AE3-3512803D7668}" srcOrd="0" destOrd="0" presId="urn:microsoft.com/office/officeart/2008/layout/LinedList"/>
    <dgm:cxn modelId="{F4908126-083F-475B-B0B7-80A03D652442}" srcId="{D213B6DB-9D02-4130-BECB-9EB177DAF542}" destId="{F2321A1B-B73B-4743-9E0D-3B05599C6A77}" srcOrd="5" destOrd="0" parTransId="{31DA51B7-D9F6-40E1-A74E-3305CB5FB74B}" sibTransId="{46065F6E-CEA0-4292-8D7B-ACADC1F4DF7F}"/>
    <dgm:cxn modelId="{0805282D-2FE6-457E-A280-59EBFFBD0935}" srcId="{D213B6DB-9D02-4130-BECB-9EB177DAF542}" destId="{7E744690-AD71-4CC7-B683-F9DA7DAF2830}" srcOrd="3" destOrd="0" parTransId="{B1E7DA9F-9D9F-4F7D-B776-16ECCF794E3D}" sibTransId="{3030826D-AF7F-408B-9F68-0C1C60DC3C9D}"/>
    <dgm:cxn modelId="{BE292343-BCEC-724C-A0B1-5B63A0BC23FE}" type="presOf" srcId="{3EAC833A-0094-47DE-ACC1-9716FBC5A010}" destId="{EB098146-CD47-B642-B0B0-81D991A50991}" srcOrd="0" destOrd="0" presId="urn:microsoft.com/office/officeart/2008/layout/LinedList"/>
    <dgm:cxn modelId="{BE4B0344-9C96-4250-A6D0-F7BE322BEC24}" srcId="{D213B6DB-9D02-4130-BECB-9EB177DAF542}" destId="{C7C0A8A0-3DBF-4EF6-9608-9073956B76A1}" srcOrd="0" destOrd="0" parTransId="{36239F5B-FF1C-4041-8F83-2D4538FFBC5B}" sibTransId="{5BD9F86E-A790-496D-9E29-93FD0A5C487A}"/>
    <dgm:cxn modelId="{2F0DA744-035A-E547-A178-80449ED41BFB}" type="presOf" srcId="{D213B6DB-9D02-4130-BECB-9EB177DAF542}" destId="{DE4CB1B9-B590-1041-80B0-2A450172277B}" srcOrd="0" destOrd="0" presId="urn:microsoft.com/office/officeart/2008/layout/LinedList"/>
    <dgm:cxn modelId="{BFF0CD58-2717-E84D-A1CC-D367603A8090}" type="presOf" srcId="{F2321A1B-B73B-4743-9E0D-3B05599C6A77}" destId="{3872FCE1-EE66-A94E-AFA5-B6D3937607F1}" srcOrd="0" destOrd="0" presId="urn:microsoft.com/office/officeart/2008/layout/LinedList"/>
    <dgm:cxn modelId="{2E93EE8B-9086-48A5-A459-963D0C6F6E19}" srcId="{D213B6DB-9D02-4130-BECB-9EB177DAF542}" destId="{B290624A-4D86-4F5A-9A8E-2194F6F35FC1}" srcOrd="4" destOrd="0" parTransId="{2AA8FDEC-7F10-49E1-9B3D-7B04579C3B19}" sibTransId="{B11DC415-2217-4A87-BD5B-CF961D78A052}"/>
    <dgm:cxn modelId="{A0E6E69B-D161-6A42-810B-867EBBF16696}" type="presOf" srcId="{B290624A-4D86-4F5A-9A8E-2194F6F35FC1}" destId="{1499ABFA-9796-1C4F-AF71-7B47C6DE5020}" srcOrd="0" destOrd="0" presId="urn:microsoft.com/office/officeart/2008/layout/LinedList"/>
    <dgm:cxn modelId="{986C17BB-EC63-42CD-93A5-3359840C68C3}" srcId="{D213B6DB-9D02-4130-BECB-9EB177DAF542}" destId="{3EAC833A-0094-47DE-ACC1-9716FBC5A010}" srcOrd="2" destOrd="0" parTransId="{9078E913-559A-4D23-B98D-9C93E4702889}" sibTransId="{9BACB359-0F4D-4073-ADBE-748DB2286D14}"/>
    <dgm:cxn modelId="{D1D4ECC9-E1FF-4891-88F2-FCAD1936FBBE}" srcId="{D213B6DB-9D02-4130-BECB-9EB177DAF542}" destId="{71FBD8AD-582E-469F-ABCE-8D9B328DC443}" srcOrd="1" destOrd="0" parTransId="{9CF7D32E-8A02-4C13-9A71-7A6C04D04189}" sibTransId="{90978FDC-A5ED-4C3D-9119-F410BEEF0DC8}"/>
    <dgm:cxn modelId="{B30D21F3-DFEB-4A47-BD2B-1043BD238821}" type="presOf" srcId="{7E744690-AD71-4CC7-B683-F9DA7DAF2830}" destId="{48D2EA0D-3D48-1A42-9AE5-88A66AC6A15A}" srcOrd="0" destOrd="0" presId="urn:microsoft.com/office/officeart/2008/layout/LinedList"/>
    <dgm:cxn modelId="{7709231A-7BDF-D94D-823A-39EFF89CB0FA}" type="presParOf" srcId="{DE4CB1B9-B590-1041-80B0-2A450172277B}" destId="{BD25D350-3854-144E-8E2B-407873406353}" srcOrd="0" destOrd="0" presId="urn:microsoft.com/office/officeart/2008/layout/LinedList"/>
    <dgm:cxn modelId="{60E86B98-5DFA-A04C-8079-6632224E3D9D}" type="presParOf" srcId="{DE4CB1B9-B590-1041-80B0-2A450172277B}" destId="{A33D7652-4F22-1E4E-BA6C-2C42DD1B8199}" srcOrd="1" destOrd="0" presId="urn:microsoft.com/office/officeart/2008/layout/LinedList"/>
    <dgm:cxn modelId="{64EC8D04-3190-8547-AF70-B7020F6CF1F2}" type="presParOf" srcId="{A33D7652-4F22-1E4E-BA6C-2C42DD1B8199}" destId="{81F2D435-EC3C-C547-9AE3-3512803D7668}" srcOrd="0" destOrd="0" presId="urn:microsoft.com/office/officeart/2008/layout/LinedList"/>
    <dgm:cxn modelId="{A4D516EC-CFFD-644E-9B4B-665F162006BD}" type="presParOf" srcId="{A33D7652-4F22-1E4E-BA6C-2C42DD1B8199}" destId="{E529A3CA-996C-EA4B-97C8-A0897AB3630A}" srcOrd="1" destOrd="0" presId="urn:microsoft.com/office/officeart/2008/layout/LinedList"/>
    <dgm:cxn modelId="{A16108B1-5130-A34A-BE6F-3C6D35AD84E4}" type="presParOf" srcId="{DE4CB1B9-B590-1041-80B0-2A450172277B}" destId="{3C06D05A-2DA1-E143-BEFC-48DD9346A8D7}" srcOrd="2" destOrd="0" presId="urn:microsoft.com/office/officeart/2008/layout/LinedList"/>
    <dgm:cxn modelId="{BC5CC5D9-4498-9A4F-A1CF-AD0ECCBC9180}" type="presParOf" srcId="{DE4CB1B9-B590-1041-80B0-2A450172277B}" destId="{5AFDEAB3-2445-9949-AF57-274465D17840}" srcOrd="3" destOrd="0" presId="urn:microsoft.com/office/officeart/2008/layout/LinedList"/>
    <dgm:cxn modelId="{3DC9A9BA-C621-FE4A-BEB5-89AB00DBE4D7}" type="presParOf" srcId="{5AFDEAB3-2445-9949-AF57-274465D17840}" destId="{E7B68692-C6B7-C34C-B403-68C6A7D550D7}" srcOrd="0" destOrd="0" presId="urn:microsoft.com/office/officeart/2008/layout/LinedList"/>
    <dgm:cxn modelId="{497D6BD3-CBDF-B344-AD5F-07E6369CB93E}" type="presParOf" srcId="{5AFDEAB3-2445-9949-AF57-274465D17840}" destId="{9BC713DA-602B-E84B-891F-72CD3C2CEC9F}" srcOrd="1" destOrd="0" presId="urn:microsoft.com/office/officeart/2008/layout/LinedList"/>
    <dgm:cxn modelId="{1DB3D4D4-2F57-6844-8598-D2ABB3D64D26}" type="presParOf" srcId="{DE4CB1B9-B590-1041-80B0-2A450172277B}" destId="{31E4B7EB-E188-9947-B4EE-E65D79F0E3E9}" srcOrd="4" destOrd="0" presId="urn:microsoft.com/office/officeart/2008/layout/LinedList"/>
    <dgm:cxn modelId="{DA3942C6-2BC8-0B4A-B6DC-4304D2934B39}" type="presParOf" srcId="{DE4CB1B9-B590-1041-80B0-2A450172277B}" destId="{C65BCAE9-F8D9-AD4B-BA45-FA580919C199}" srcOrd="5" destOrd="0" presId="urn:microsoft.com/office/officeart/2008/layout/LinedList"/>
    <dgm:cxn modelId="{9D3AC08A-39C0-0644-8382-4AD96DE0D4D5}" type="presParOf" srcId="{C65BCAE9-F8D9-AD4B-BA45-FA580919C199}" destId="{EB098146-CD47-B642-B0B0-81D991A50991}" srcOrd="0" destOrd="0" presId="urn:microsoft.com/office/officeart/2008/layout/LinedList"/>
    <dgm:cxn modelId="{BF380245-7F2B-104F-9651-29B11D4074C9}" type="presParOf" srcId="{C65BCAE9-F8D9-AD4B-BA45-FA580919C199}" destId="{2D7B7828-0671-A04D-95A2-095CE156F212}" srcOrd="1" destOrd="0" presId="urn:microsoft.com/office/officeart/2008/layout/LinedList"/>
    <dgm:cxn modelId="{64CCF673-C33F-9542-96FE-6186E266DF73}" type="presParOf" srcId="{DE4CB1B9-B590-1041-80B0-2A450172277B}" destId="{43A93197-89A0-624C-9132-829C286A813B}" srcOrd="6" destOrd="0" presId="urn:microsoft.com/office/officeart/2008/layout/LinedList"/>
    <dgm:cxn modelId="{5AA60000-26E8-4340-868F-BBAB40BCC6B3}" type="presParOf" srcId="{DE4CB1B9-B590-1041-80B0-2A450172277B}" destId="{4BC43597-7034-A34D-B207-FAC0664A769B}" srcOrd="7" destOrd="0" presId="urn:microsoft.com/office/officeart/2008/layout/LinedList"/>
    <dgm:cxn modelId="{513E35AC-1B10-BF4B-9D4D-1E554D23092D}" type="presParOf" srcId="{4BC43597-7034-A34D-B207-FAC0664A769B}" destId="{48D2EA0D-3D48-1A42-9AE5-88A66AC6A15A}" srcOrd="0" destOrd="0" presId="urn:microsoft.com/office/officeart/2008/layout/LinedList"/>
    <dgm:cxn modelId="{CD76FED2-0EDC-0B42-A5AC-F3CB087D0A7D}" type="presParOf" srcId="{4BC43597-7034-A34D-B207-FAC0664A769B}" destId="{E821D018-D2BA-7746-9B90-32AE305A5421}" srcOrd="1" destOrd="0" presId="urn:microsoft.com/office/officeart/2008/layout/LinedList"/>
    <dgm:cxn modelId="{58B29C9B-526F-5B45-8B1C-0DB9CC7B9974}" type="presParOf" srcId="{DE4CB1B9-B590-1041-80B0-2A450172277B}" destId="{C1C2FC0D-C1D9-634A-9FAA-5B6C545B1DA0}" srcOrd="8" destOrd="0" presId="urn:microsoft.com/office/officeart/2008/layout/LinedList"/>
    <dgm:cxn modelId="{D72B13F7-0DDD-CE41-B6C3-9AF578122249}" type="presParOf" srcId="{DE4CB1B9-B590-1041-80B0-2A450172277B}" destId="{9EDC6458-1950-A543-B625-C3A8DB43D56F}" srcOrd="9" destOrd="0" presId="urn:microsoft.com/office/officeart/2008/layout/LinedList"/>
    <dgm:cxn modelId="{826145AC-069C-6D4C-9436-8AA773C3D70F}" type="presParOf" srcId="{9EDC6458-1950-A543-B625-C3A8DB43D56F}" destId="{1499ABFA-9796-1C4F-AF71-7B47C6DE5020}" srcOrd="0" destOrd="0" presId="urn:microsoft.com/office/officeart/2008/layout/LinedList"/>
    <dgm:cxn modelId="{2A7BA951-9872-0A4D-A84B-03F8101F7DB1}" type="presParOf" srcId="{9EDC6458-1950-A543-B625-C3A8DB43D56F}" destId="{16EC8E65-2456-834C-8122-B6115A71D4B8}" srcOrd="1" destOrd="0" presId="urn:microsoft.com/office/officeart/2008/layout/LinedList"/>
    <dgm:cxn modelId="{87B37D09-4C77-3D45-B458-7F948ED722AF}" type="presParOf" srcId="{DE4CB1B9-B590-1041-80B0-2A450172277B}" destId="{6B4AAB88-E0F5-C44F-A16B-BE325D81DE7B}" srcOrd="10" destOrd="0" presId="urn:microsoft.com/office/officeart/2008/layout/LinedList"/>
    <dgm:cxn modelId="{447C0C44-5C48-1940-8697-B1AA5979F062}" type="presParOf" srcId="{DE4CB1B9-B590-1041-80B0-2A450172277B}" destId="{D5BFEBFD-2F65-2949-8AAC-0635821A478B}" srcOrd="11" destOrd="0" presId="urn:microsoft.com/office/officeart/2008/layout/LinedList"/>
    <dgm:cxn modelId="{ECAB87FA-12C6-1E4E-B550-5504471ACA18}" type="presParOf" srcId="{D5BFEBFD-2F65-2949-8AAC-0635821A478B}" destId="{3872FCE1-EE66-A94E-AFA5-B6D3937607F1}" srcOrd="0" destOrd="0" presId="urn:microsoft.com/office/officeart/2008/layout/LinedList"/>
    <dgm:cxn modelId="{2850CAFA-262B-6B4F-B545-F9FE56BA89EE}" type="presParOf" srcId="{D5BFEBFD-2F65-2949-8AAC-0635821A478B}" destId="{CC4CCAF8-70F4-124D-B2A1-0E71009FA8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CA638C-BDE6-444B-8299-140F0A9DA0E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2932DBB-CA77-42AD-B6C1-F0AC56AF26C1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Adalberto Miranda-Filho</a:t>
          </a:r>
          <a:endParaRPr lang="en-US" dirty="0">
            <a:solidFill>
              <a:schemeClr val="bg1"/>
            </a:solidFill>
          </a:endParaRPr>
        </a:p>
      </dgm:t>
    </dgm:pt>
    <dgm:pt modelId="{AF50BEF9-1B44-4BC4-8B0E-2421A81487CF}" type="parTrans" cxnId="{8DE1EDE3-A11B-4F50-8988-CBDE13C9A600}">
      <dgm:prSet/>
      <dgm:spPr/>
      <dgm:t>
        <a:bodyPr/>
        <a:lstStyle/>
        <a:p>
          <a:endParaRPr lang="en-US"/>
        </a:p>
      </dgm:t>
    </dgm:pt>
    <dgm:pt modelId="{3B2990FE-3A20-4A48-9B3E-AB2DD8542E7D}" type="sibTrans" cxnId="{8DE1EDE3-A11B-4F50-8988-CBDE13C9A600}">
      <dgm:prSet/>
      <dgm:spPr/>
      <dgm:t>
        <a:bodyPr/>
        <a:lstStyle/>
        <a:p>
          <a:endParaRPr lang="en-US"/>
        </a:p>
      </dgm:t>
    </dgm:pt>
    <dgm:pt modelId="{2948FCBC-3B14-4BA0-ABFF-FA4AE72D67FB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William F Anderson</a:t>
          </a:r>
          <a:endParaRPr lang="en-US" dirty="0">
            <a:solidFill>
              <a:schemeClr val="bg1"/>
            </a:solidFill>
          </a:endParaRPr>
        </a:p>
      </dgm:t>
    </dgm:pt>
    <dgm:pt modelId="{157ADED1-D431-4C18-88AF-437CAE66612E}" type="parTrans" cxnId="{ECCB2C01-CE3E-47FB-A699-1B70EEF1A1F7}">
      <dgm:prSet/>
      <dgm:spPr/>
      <dgm:t>
        <a:bodyPr/>
        <a:lstStyle/>
        <a:p>
          <a:endParaRPr lang="en-US"/>
        </a:p>
      </dgm:t>
    </dgm:pt>
    <dgm:pt modelId="{E378E67F-6191-420A-B812-6C519357D4AB}" type="sibTrans" cxnId="{ECCB2C01-CE3E-47FB-A699-1B70EEF1A1F7}">
      <dgm:prSet/>
      <dgm:spPr/>
      <dgm:t>
        <a:bodyPr/>
        <a:lstStyle/>
        <a:p>
          <a:endParaRPr lang="en-US"/>
        </a:p>
      </dgm:t>
    </dgm:pt>
    <dgm:pt modelId="{FE2565C7-D16A-4CAE-9A34-5247A1B4EE19}">
      <dgm:prSet/>
      <dgm:spPr/>
      <dgm:t>
        <a:bodyPr/>
        <a:lstStyle/>
        <a:p>
          <a:r>
            <a:rPr lang="en-US"/>
            <a:t>Aryana Arsham</a:t>
          </a:r>
        </a:p>
      </dgm:t>
    </dgm:pt>
    <dgm:pt modelId="{FA5B503D-49EA-45CE-B3BC-CC178924C7FB}" type="parTrans" cxnId="{9927C615-1C52-46D3-B98B-8CB19D83C237}">
      <dgm:prSet/>
      <dgm:spPr/>
      <dgm:t>
        <a:bodyPr/>
        <a:lstStyle/>
        <a:p>
          <a:endParaRPr lang="en-US"/>
        </a:p>
      </dgm:t>
    </dgm:pt>
    <dgm:pt modelId="{7D96A709-D7C9-4F97-BE9B-DB5F1C8F1645}" type="sibTrans" cxnId="{9927C615-1C52-46D3-B98B-8CB19D83C237}">
      <dgm:prSet/>
      <dgm:spPr/>
      <dgm:t>
        <a:bodyPr/>
        <a:lstStyle/>
        <a:p>
          <a:endParaRPr lang="en-US"/>
        </a:p>
      </dgm:t>
    </dgm:pt>
    <dgm:pt modelId="{6A0FBF17-A5C8-4269-AA49-E29A23AAB220}">
      <dgm:prSet/>
      <dgm:spPr/>
      <dgm:t>
        <a:bodyPr/>
        <a:lstStyle/>
        <a:p>
          <a:r>
            <a:rPr lang="en-US" dirty="0"/>
            <a:t>Sonya Bhala</a:t>
          </a:r>
        </a:p>
      </dgm:t>
    </dgm:pt>
    <dgm:pt modelId="{50A777D2-AC52-4884-9F66-5762F29288F0}" type="parTrans" cxnId="{9FBBF663-F686-48EB-BD3B-87BFB99D5E93}">
      <dgm:prSet/>
      <dgm:spPr/>
      <dgm:t>
        <a:bodyPr/>
        <a:lstStyle/>
        <a:p>
          <a:endParaRPr lang="en-US"/>
        </a:p>
      </dgm:t>
    </dgm:pt>
    <dgm:pt modelId="{B40F0F0A-D687-4B5D-B2A8-22978400B76F}" type="sibTrans" cxnId="{9FBBF663-F686-48EB-BD3B-87BFB99D5E93}">
      <dgm:prSet/>
      <dgm:spPr/>
      <dgm:t>
        <a:bodyPr/>
        <a:lstStyle/>
        <a:p>
          <a:endParaRPr lang="en-US"/>
        </a:p>
      </dgm:t>
    </dgm:pt>
    <dgm:pt modelId="{225A03D7-60AC-4F70-B4B5-08FB97C33587}">
      <dgm:prSet/>
      <dgm:spPr/>
      <dgm:t>
        <a:bodyPr/>
        <a:lstStyle/>
        <a:p>
          <a:r>
            <a:rPr lang="en-US" dirty="0"/>
            <a:t>Anil K Chaturvedi</a:t>
          </a:r>
        </a:p>
      </dgm:t>
    </dgm:pt>
    <dgm:pt modelId="{C44A7B3C-33E2-49D0-92EC-C260E6EA79A1}" type="parTrans" cxnId="{FDC9666C-40F5-4F92-9EEB-856D9099861A}">
      <dgm:prSet/>
      <dgm:spPr/>
      <dgm:t>
        <a:bodyPr/>
        <a:lstStyle/>
        <a:p>
          <a:endParaRPr lang="en-US"/>
        </a:p>
      </dgm:t>
    </dgm:pt>
    <dgm:pt modelId="{CEBE8252-B867-4679-B770-21B43FF95DC8}" type="sibTrans" cxnId="{FDC9666C-40F5-4F92-9EEB-856D9099861A}">
      <dgm:prSet/>
      <dgm:spPr/>
      <dgm:t>
        <a:bodyPr/>
        <a:lstStyle/>
        <a:p>
          <a:endParaRPr lang="en-US"/>
        </a:p>
      </dgm:t>
    </dgm:pt>
    <dgm:pt modelId="{4BA9E44D-DE38-43AD-B5BC-ABCB9EE7B6B2}">
      <dgm:prSet/>
      <dgm:spPr/>
      <dgm:t>
        <a:bodyPr/>
        <a:lstStyle/>
        <a:p>
          <a:r>
            <a:rPr lang="en-US"/>
            <a:t>David P Check</a:t>
          </a:r>
        </a:p>
      </dgm:t>
    </dgm:pt>
    <dgm:pt modelId="{35C02F4D-2CF5-4CB6-BED8-064AE5987C14}" type="parTrans" cxnId="{E9508F0E-1F8B-4C40-916F-D8958E758508}">
      <dgm:prSet/>
      <dgm:spPr/>
      <dgm:t>
        <a:bodyPr/>
        <a:lstStyle/>
        <a:p>
          <a:endParaRPr lang="en-US"/>
        </a:p>
      </dgm:t>
    </dgm:pt>
    <dgm:pt modelId="{F3A75A0F-F6E1-4958-AA72-5C6072F2E2C8}" type="sibTrans" cxnId="{E9508F0E-1F8B-4C40-916F-D8958E758508}">
      <dgm:prSet/>
      <dgm:spPr/>
      <dgm:t>
        <a:bodyPr/>
        <a:lstStyle/>
        <a:p>
          <a:endParaRPr lang="en-US"/>
        </a:p>
      </dgm:t>
    </dgm:pt>
    <dgm:pt modelId="{C5815354-98AC-4B22-B23D-AF4BCD816EAA}">
      <dgm:prSet/>
      <dgm:spPr/>
      <dgm:t>
        <a:bodyPr/>
        <a:lstStyle/>
        <a:p>
          <a:r>
            <a:rPr lang="en-US" dirty="0"/>
            <a:t>Michael B Cook</a:t>
          </a:r>
        </a:p>
      </dgm:t>
    </dgm:pt>
    <dgm:pt modelId="{A75AD8C3-8B38-43D2-A0A0-EF8AFD0DE9D1}" type="parTrans" cxnId="{2B76A06F-283B-4506-A87C-FBC3E6F7B98D}">
      <dgm:prSet/>
      <dgm:spPr/>
      <dgm:t>
        <a:bodyPr/>
        <a:lstStyle/>
        <a:p>
          <a:endParaRPr lang="en-US"/>
        </a:p>
      </dgm:t>
    </dgm:pt>
    <dgm:pt modelId="{064778B4-964D-40EF-92CC-EFE9402DFB55}" type="sibTrans" cxnId="{2B76A06F-283B-4506-A87C-FBC3E6F7B98D}">
      <dgm:prSet/>
      <dgm:spPr/>
      <dgm:t>
        <a:bodyPr/>
        <a:lstStyle/>
        <a:p>
          <a:endParaRPr lang="en-US"/>
        </a:p>
      </dgm:t>
    </dgm:pt>
    <dgm:pt modelId="{26B8FAAA-E7DA-4017-A3CA-0D24A93E1DD1}">
      <dgm:prSet/>
      <dgm:spPr/>
      <dgm:t>
        <a:bodyPr/>
        <a:lstStyle/>
        <a:p>
          <a:r>
            <a:rPr lang="en-US"/>
            <a:t>Lynn BC Davis</a:t>
          </a:r>
        </a:p>
      </dgm:t>
    </dgm:pt>
    <dgm:pt modelId="{43668494-0E27-42A7-9F85-4070CD5FDD7C}" type="parTrans" cxnId="{AA023E2C-BEED-4842-892B-74F937B9FEFC}">
      <dgm:prSet/>
      <dgm:spPr/>
      <dgm:t>
        <a:bodyPr/>
        <a:lstStyle/>
        <a:p>
          <a:endParaRPr lang="en-US"/>
        </a:p>
      </dgm:t>
    </dgm:pt>
    <dgm:pt modelId="{7ECEB5FA-2567-4FE2-AB68-F92A7B6C1F87}" type="sibTrans" cxnId="{AA023E2C-BEED-4842-892B-74F937B9FEFC}">
      <dgm:prSet/>
      <dgm:spPr/>
      <dgm:t>
        <a:bodyPr/>
        <a:lstStyle/>
        <a:p>
          <a:endParaRPr lang="en-US"/>
        </a:p>
      </dgm:t>
    </dgm:pt>
    <dgm:pt modelId="{5F1CF100-D4D9-4156-9BAE-8D2E95F39E11}">
      <dgm:prSet/>
      <dgm:spPr/>
      <dgm:t>
        <a:bodyPr/>
        <a:lstStyle/>
        <a:p>
          <a:r>
            <a:rPr lang="en-US" dirty="0"/>
            <a:t>Julia Elrod</a:t>
          </a:r>
        </a:p>
      </dgm:t>
    </dgm:pt>
    <dgm:pt modelId="{BED2CC63-1B4B-4F57-8253-21E1D598FA00}" type="parTrans" cxnId="{5360B343-2022-4747-B00E-6C1E5A6FF039}">
      <dgm:prSet/>
      <dgm:spPr/>
      <dgm:t>
        <a:bodyPr/>
        <a:lstStyle/>
        <a:p>
          <a:endParaRPr lang="en-US"/>
        </a:p>
      </dgm:t>
    </dgm:pt>
    <dgm:pt modelId="{65DA54F4-B79F-41A6-B33B-DE0BF8D4A5AF}" type="sibTrans" cxnId="{5360B343-2022-4747-B00E-6C1E5A6FF039}">
      <dgm:prSet/>
      <dgm:spPr/>
      <dgm:t>
        <a:bodyPr/>
        <a:lstStyle/>
        <a:p>
          <a:endParaRPr lang="en-US"/>
        </a:p>
      </dgm:t>
    </dgm:pt>
    <dgm:pt modelId="{699AA2E1-F901-4539-827E-0ECA64258CAA}">
      <dgm:prSet/>
      <dgm:spPr/>
      <dgm:t>
        <a:bodyPr/>
        <a:lstStyle/>
        <a:p>
          <a:r>
            <a:rPr lang="en-US" dirty="0"/>
            <a:t>Gretchen L Gierach</a:t>
          </a:r>
        </a:p>
      </dgm:t>
    </dgm:pt>
    <dgm:pt modelId="{257A4D41-0E1A-4F12-BD74-86EA5CD28F50}" type="parTrans" cxnId="{F9CAA8B0-6DDC-42BA-B914-4087FCFBF2B8}">
      <dgm:prSet/>
      <dgm:spPr/>
      <dgm:t>
        <a:bodyPr/>
        <a:lstStyle/>
        <a:p>
          <a:endParaRPr lang="en-US"/>
        </a:p>
      </dgm:t>
    </dgm:pt>
    <dgm:pt modelId="{665C697D-91A8-4182-B965-8FB279CDA6B6}" type="sibTrans" cxnId="{F9CAA8B0-6DDC-42BA-B914-4087FCFBF2B8}">
      <dgm:prSet/>
      <dgm:spPr/>
      <dgm:t>
        <a:bodyPr/>
        <a:lstStyle/>
        <a:p>
          <a:endParaRPr lang="en-US"/>
        </a:p>
      </dgm:t>
    </dgm:pt>
    <dgm:pt modelId="{5A305CB1-D273-437B-B761-ADC07A11CCF0}">
      <dgm:prSet/>
      <dgm:spPr/>
      <dgm:t>
        <a:bodyPr/>
        <a:lstStyle/>
        <a:p>
          <a:r>
            <a:rPr lang="en-US" dirty="0"/>
            <a:t>Scott P Kelly</a:t>
          </a:r>
        </a:p>
      </dgm:t>
    </dgm:pt>
    <dgm:pt modelId="{0D1000B2-4DDC-4559-815C-B490C55DF2DD}" type="parTrans" cxnId="{547DE326-5B51-4ACF-AA99-19FBE745B6E3}">
      <dgm:prSet/>
      <dgm:spPr/>
      <dgm:t>
        <a:bodyPr/>
        <a:lstStyle/>
        <a:p>
          <a:endParaRPr lang="en-US"/>
        </a:p>
      </dgm:t>
    </dgm:pt>
    <dgm:pt modelId="{C1A465CF-6A86-4A69-867E-5A0DBF83E8FA}" type="sibTrans" cxnId="{547DE326-5B51-4ACF-AA99-19FBE745B6E3}">
      <dgm:prSet/>
      <dgm:spPr/>
      <dgm:t>
        <a:bodyPr/>
        <a:lstStyle/>
        <a:p>
          <a:endParaRPr lang="en-US"/>
        </a:p>
      </dgm:t>
    </dgm:pt>
    <dgm:pt modelId="{C9275EAA-6194-4F8F-94C9-90185354A29D}">
      <dgm:prSet/>
      <dgm:spPr/>
      <dgm:t>
        <a:bodyPr/>
        <a:lstStyle/>
        <a:p>
          <a:r>
            <a:rPr lang="en-US" dirty="0"/>
            <a:t>Catherine M Olsen</a:t>
          </a:r>
        </a:p>
      </dgm:t>
    </dgm:pt>
    <dgm:pt modelId="{64C6D561-10D9-4A93-A07D-4C43AD293730}" type="parTrans" cxnId="{FB9C2C3A-70EE-417B-98AE-91A802410F35}">
      <dgm:prSet/>
      <dgm:spPr/>
      <dgm:t>
        <a:bodyPr/>
        <a:lstStyle/>
        <a:p>
          <a:endParaRPr lang="en-US"/>
        </a:p>
      </dgm:t>
    </dgm:pt>
    <dgm:pt modelId="{0F9E9925-505C-4547-9516-222C1AB2771B}" type="sibTrans" cxnId="{FB9C2C3A-70EE-417B-98AE-91A802410F35}">
      <dgm:prSet/>
      <dgm:spPr/>
      <dgm:t>
        <a:bodyPr/>
        <a:lstStyle/>
        <a:p>
          <a:endParaRPr lang="en-US"/>
        </a:p>
      </dgm:t>
    </dgm:pt>
    <dgm:pt modelId="{919CA9FF-5C08-45F2-94F1-D179B2016872}">
      <dgm:prSet/>
      <dgm:spPr/>
      <dgm:t>
        <a:bodyPr/>
        <a:lstStyle/>
        <a:p>
          <a:r>
            <a:rPr lang="en-US" dirty="0"/>
            <a:t>Nirmala Pandeya</a:t>
          </a:r>
        </a:p>
      </dgm:t>
    </dgm:pt>
    <dgm:pt modelId="{3C020C6C-8D95-4614-A62C-B4B76EBD9CED}" type="parTrans" cxnId="{EA12B5C2-0771-46B3-AA49-C81635A98EF8}">
      <dgm:prSet/>
      <dgm:spPr/>
      <dgm:t>
        <a:bodyPr/>
        <a:lstStyle/>
        <a:p>
          <a:endParaRPr lang="en-US"/>
        </a:p>
      </dgm:t>
    </dgm:pt>
    <dgm:pt modelId="{832D4D0E-26A6-4552-B9DD-A25A86BD2AED}" type="sibTrans" cxnId="{EA12B5C2-0771-46B3-AA49-C81635A98EF8}">
      <dgm:prSet/>
      <dgm:spPr/>
      <dgm:t>
        <a:bodyPr/>
        <a:lstStyle/>
        <a:p>
          <a:endParaRPr lang="en-US"/>
        </a:p>
      </dgm:t>
    </dgm:pt>
    <dgm:pt modelId="{8AB01E4F-86CE-469F-B996-1CDD81003483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Hyuna Sung</a:t>
          </a:r>
        </a:p>
      </dgm:t>
    </dgm:pt>
    <dgm:pt modelId="{176D7743-033C-438F-B27A-81F08B4FF623}" type="parTrans" cxnId="{E5E666EC-645A-4288-9D6E-ABD3B4B2C7B6}">
      <dgm:prSet/>
      <dgm:spPr/>
      <dgm:t>
        <a:bodyPr/>
        <a:lstStyle/>
        <a:p>
          <a:endParaRPr lang="en-US"/>
        </a:p>
      </dgm:t>
    </dgm:pt>
    <dgm:pt modelId="{0829CF78-5778-4C20-A835-4D3C831DB0A0}" type="sibTrans" cxnId="{E5E666EC-645A-4288-9D6E-ABD3B4B2C7B6}">
      <dgm:prSet/>
      <dgm:spPr/>
      <dgm:t>
        <a:bodyPr/>
        <a:lstStyle/>
        <a:p>
          <a:endParaRPr lang="en-US"/>
        </a:p>
      </dgm:t>
    </dgm:pt>
    <dgm:pt modelId="{3B278316-E065-FE46-93E8-73541135ACB3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Ana F Best</a:t>
          </a:r>
          <a:endParaRPr lang="en-US" dirty="0">
            <a:solidFill>
              <a:schemeClr val="bg1"/>
            </a:solidFill>
          </a:endParaRPr>
        </a:p>
      </dgm:t>
    </dgm:pt>
    <dgm:pt modelId="{9055F757-0B09-1741-A3E3-9B5E84F925AE}" type="parTrans" cxnId="{A8944690-2430-BC44-8BDB-6F6086AB03C2}">
      <dgm:prSet/>
      <dgm:spPr/>
      <dgm:t>
        <a:bodyPr/>
        <a:lstStyle/>
        <a:p>
          <a:endParaRPr lang="en-US"/>
        </a:p>
      </dgm:t>
    </dgm:pt>
    <dgm:pt modelId="{CF583A67-8669-AB4B-80F4-64D0FE061B63}" type="sibTrans" cxnId="{A8944690-2430-BC44-8BDB-6F6086AB03C2}">
      <dgm:prSet/>
      <dgm:spPr/>
      <dgm:t>
        <a:bodyPr/>
        <a:lstStyle/>
        <a:p>
          <a:endParaRPr lang="en-US"/>
        </a:p>
      </dgm:t>
    </dgm:pt>
    <dgm:pt modelId="{7CDF16A8-8733-E84B-8C38-A2B4DAF6DEC2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Pavel Chernyavskiy</a:t>
          </a:r>
          <a:endParaRPr lang="en-US" dirty="0">
            <a:solidFill>
              <a:schemeClr val="bg1"/>
            </a:solidFill>
          </a:endParaRPr>
        </a:p>
      </dgm:t>
    </dgm:pt>
    <dgm:pt modelId="{53EA7C21-79FD-D547-B185-72085B0EC52A}" type="parTrans" cxnId="{A5846A0B-BBB5-3144-B77F-C1523AF06F5B}">
      <dgm:prSet/>
      <dgm:spPr/>
      <dgm:t>
        <a:bodyPr/>
        <a:lstStyle/>
        <a:p>
          <a:endParaRPr lang="en-US"/>
        </a:p>
      </dgm:t>
    </dgm:pt>
    <dgm:pt modelId="{7247E588-0189-834A-920A-88B3B064DB89}" type="sibTrans" cxnId="{A5846A0B-BBB5-3144-B77F-C1523AF06F5B}">
      <dgm:prSet/>
      <dgm:spPr/>
      <dgm:t>
        <a:bodyPr/>
        <a:lstStyle/>
        <a:p>
          <a:endParaRPr lang="en-US"/>
        </a:p>
      </dgm:t>
    </dgm:pt>
    <dgm:pt modelId="{F9EEF67E-0EFA-F249-9636-66656737F133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Mark P Little</a:t>
          </a:r>
          <a:endParaRPr lang="en-US" dirty="0">
            <a:solidFill>
              <a:schemeClr val="bg1"/>
            </a:solidFill>
          </a:endParaRPr>
        </a:p>
      </dgm:t>
    </dgm:pt>
    <dgm:pt modelId="{31AB6F9A-36F6-7D41-B936-CF7428C5680C}" type="parTrans" cxnId="{6A5384E5-EF1D-934E-B247-95AFEDB65DEB}">
      <dgm:prSet/>
      <dgm:spPr/>
      <dgm:t>
        <a:bodyPr/>
        <a:lstStyle/>
        <a:p>
          <a:endParaRPr lang="en-US"/>
        </a:p>
      </dgm:t>
    </dgm:pt>
    <dgm:pt modelId="{8CA468FD-8E36-354B-ABAE-D33EF48AB028}" type="sibTrans" cxnId="{6A5384E5-EF1D-934E-B247-95AFEDB65DEB}">
      <dgm:prSet/>
      <dgm:spPr/>
      <dgm:t>
        <a:bodyPr/>
        <a:lstStyle/>
        <a:p>
          <a:endParaRPr lang="en-US"/>
        </a:p>
      </dgm:t>
    </dgm:pt>
    <dgm:pt modelId="{07F44FF0-78D0-274A-9D5B-50914817E4B4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David C Whiteman</a:t>
          </a:r>
          <a:endParaRPr lang="en-US" dirty="0">
            <a:solidFill>
              <a:schemeClr val="bg1"/>
            </a:solidFill>
          </a:endParaRPr>
        </a:p>
      </dgm:t>
    </dgm:pt>
    <dgm:pt modelId="{70FC4675-22FB-1041-91FB-EFEE934EE224}" type="parTrans" cxnId="{BE00B8DB-5370-0D41-BB39-5E04D78D4695}">
      <dgm:prSet/>
      <dgm:spPr/>
      <dgm:t>
        <a:bodyPr/>
        <a:lstStyle/>
        <a:p>
          <a:endParaRPr lang="en-US"/>
        </a:p>
      </dgm:t>
    </dgm:pt>
    <dgm:pt modelId="{0A4085F7-183B-6644-AF67-DABA86F8A223}" type="sibTrans" cxnId="{BE00B8DB-5370-0D41-BB39-5E04D78D4695}">
      <dgm:prSet/>
      <dgm:spPr/>
      <dgm:t>
        <a:bodyPr/>
        <a:lstStyle/>
        <a:p>
          <a:endParaRPr lang="en-US"/>
        </a:p>
      </dgm:t>
    </dgm:pt>
    <dgm:pt modelId="{7B36D41D-068C-E647-8BA3-7570C5B07F2F}">
      <dgm:prSet/>
      <dgm:spPr/>
      <dgm:t>
        <a:bodyPr/>
        <a:lstStyle/>
        <a:p>
          <a:r>
            <a:rPr lang="en-US" dirty="0"/>
            <a:t>Victoria Kennerly</a:t>
          </a:r>
        </a:p>
      </dgm:t>
    </dgm:pt>
    <dgm:pt modelId="{60F557F2-56EC-134B-8E3D-03ACF48AD080}" type="parTrans" cxnId="{068436FC-13C1-6348-AA15-1691E6B1ACAD}">
      <dgm:prSet/>
      <dgm:spPr/>
      <dgm:t>
        <a:bodyPr/>
        <a:lstStyle/>
        <a:p>
          <a:endParaRPr lang="en-US"/>
        </a:p>
      </dgm:t>
    </dgm:pt>
    <dgm:pt modelId="{F67FA729-3335-1042-8C2A-9889961108C4}" type="sibTrans" cxnId="{068436FC-13C1-6348-AA15-1691E6B1ACAD}">
      <dgm:prSet/>
      <dgm:spPr/>
      <dgm:t>
        <a:bodyPr/>
        <a:lstStyle/>
        <a:p>
          <a:endParaRPr lang="en-US"/>
        </a:p>
      </dgm:t>
    </dgm:pt>
    <dgm:pt modelId="{795966DE-21E1-BD4D-9B75-8E8629348E5B}">
      <dgm:prSet/>
      <dgm:spPr/>
      <dgm:t>
        <a:bodyPr/>
        <a:lstStyle/>
        <a:p>
          <a:r>
            <a:rPr lang="en-US" dirty="0"/>
            <a:t>Jonine Figueroa</a:t>
          </a:r>
        </a:p>
      </dgm:t>
    </dgm:pt>
    <dgm:pt modelId="{96006A48-F042-DF42-AFF5-F229834CB007}" type="parTrans" cxnId="{39551E29-B56B-E842-BA48-6815A3A192F8}">
      <dgm:prSet/>
      <dgm:spPr/>
      <dgm:t>
        <a:bodyPr/>
        <a:lstStyle/>
        <a:p>
          <a:endParaRPr lang="en-US"/>
        </a:p>
      </dgm:t>
    </dgm:pt>
    <dgm:pt modelId="{ED40008E-A1A2-E941-B936-8CFC2988F6CD}" type="sibTrans" cxnId="{39551E29-B56B-E842-BA48-6815A3A192F8}">
      <dgm:prSet/>
      <dgm:spPr/>
      <dgm:t>
        <a:bodyPr/>
        <a:lstStyle/>
        <a:p>
          <a:endParaRPr lang="en-US"/>
        </a:p>
      </dgm:t>
    </dgm:pt>
    <dgm:pt modelId="{0B42763D-FD21-A04E-96C8-96FA7430EB72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Hormuzd A Katki</a:t>
          </a:r>
        </a:p>
      </dgm:t>
    </dgm:pt>
    <dgm:pt modelId="{7AAA31BA-0D91-5346-B0A9-7E69631BCA55}" type="sibTrans" cxnId="{E1E8C9FF-2D17-B643-BBF7-0A8FA6BDD465}">
      <dgm:prSet/>
      <dgm:spPr/>
      <dgm:t>
        <a:bodyPr/>
        <a:lstStyle/>
        <a:p>
          <a:endParaRPr lang="en-US"/>
        </a:p>
      </dgm:t>
    </dgm:pt>
    <dgm:pt modelId="{22D08B9D-6ADF-724B-BD38-D494576DB733}" type="parTrans" cxnId="{E1E8C9FF-2D17-B643-BBF7-0A8FA6BDD465}">
      <dgm:prSet/>
      <dgm:spPr/>
      <dgm:t>
        <a:bodyPr/>
        <a:lstStyle/>
        <a:p>
          <a:endParaRPr lang="en-US"/>
        </a:p>
      </dgm:t>
    </dgm:pt>
    <dgm:pt modelId="{B2EABFC6-8D67-5045-8346-98C49FAE265E}">
      <dgm:prSet/>
      <dgm:spPr/>
      <dgm:t>
        <a:bodyPr/>
        <a:lstStyle/>
        <a:p>
          <a:r>
            <a:rPr lang="en-US" dirty="0"/>
            <a:t>Chenxi Jiang</a:t>
          </a:r>
        </a:p>
      </dgm:t>
    </dgm:pt>
    <dgm:pt modelId="{0D0D0269-40F3-4643-A8DC-B30861F86745}" type="parTrans" cxnId="{C0E20495-66DD-B04A-8C75-474D11658CC2}">
      <dgm:prSet/>
      <dgm:spPr/>
      <dgm:t>
        <a:bodyPr/>
        <a:lstStyle/>
        <a:p>
          <a:endParaRPr lang="en-US"/>
        </a:p>
      </dgm:t>
    </dgm:pt>
    <dgm:pt modelId="{DA0D6141-1563-5844-89DE-1A12991F500A}" type="sibTrans" cxnId="{C0E20495-66DD-B04A-8C75-474D11658CC2}">
      <dgm:prSet/>
      <dgm:spPr/>
      <dgm:t>
        <a:bodyPr/>
        <a:lstStyle/>
        <a:p>
          <a:endParaRPr lang="en-US"/>
        </a:p>
      </dgm:t>
    </dgm:pt>
    <dgm:pt modelId="{DBA6558A-BD2F-B748-9969-0FB3A3710D7C}">
      <dgm:prSet/>
      <dgm:spPr/>
      <dgm:t>
        <a:bodyPr/>
        <a:lstStyle/>
        <a:p>
          <a:r>
            <a:rPr lang="en-US" dirty="0"/>
            <a:t>Khushali Shah</a:t>
          </a:r>
        </a:p>
      </dgm:t>
    </dgm:pt>
    <dgm:pt modelId="{3A3A5726-3919-5448-88DA-CEAFCFB77E87}" type="parTrans" cxnId="{A3F68EB2-1736-C24E-8C50-4C6BA20E5361}">
      <dgm:prSet/>
      <dgm:spPr/>
      <dgm:t>
        <a:bodyPr/>
        <a:lstStyle/>
        <a:p>
          <a:endParaRPr lang="en-US"/>
        </a:p>
      </dgm:t>
    </dgm:pt>
    <dgm:pt modelId="{7E3E37FD-D418-9B44-B0D6-E37044F8847D}" type="sibTrans" cxnId="{A3F68EB2-1736-C24E-8C50-4C6BA20E5361}">
      <dgm:prSet/>
      <dgm:spPr/>
      <dgm:t>
        <a:bodyPr/>
        <a:lstStyle/>
        <a:p>
          <a:endParaRPr lang="en-US"/>
        </a:p>
      </dgm:t>
    </dgm:pt>
    <dgm:pt modelId="{E0DF6F28-A725-E14A-9BA2-42861A09D0A7}">
      <dgm:prSet/>
      <dgm:spPr/>
      <dgm:t>
        <a:bodyPr/>
        <a:lstStyle/>
        <a:p>
          <a:r>
            <a:rPr lang="en-US" dirty="0"/>
            <a:t>Quiera Booker</a:t>
          </a:r>
        </a:p>
      </dgm:t>
    </dgm:pt>
    <dgm:pt modelId="{BFAB1999-A35A-AF48-B740-A13CECD1C4EA}" type="parTrans" cxnId="{D6DA8D51-FE68-6040-A4DD-180EB1B4314A}">
      <dgm:prSet/>
      <dgm:spPr/>
      <dgm:t>
        <a:bodyPr/>
        <a:lstStyle/>
        <a:p>
          <a:endParaRPr lang="en-US"/>
        </a:p>
      </dgm:t>
    </dgm:pt>
    <dgm:pt modelId="{A651294F-4D0F-E44D-A22E-B426A4C817CF}" type="sibTrans" cxnId="{D6DA8D51-FE68-6040-A4DD-180EB1B4314A}">
      <dgm:prSet/>
      <dgm:spPr/>
      <dgm:t>
        <a:bodyPr/>
        <a:lstStyle/>
        <a:p>
          <a:endParaRPr lang="en-US"/>
        </a:p>
      </dgm:t>
    </dgm:pt>
    <dgm:pt modelId="{3BF61212-C7BC-7D45-89BA-C5B9CEDD2A2D}" type="pres">
      <dgm:prSet presAssocID="{09CA638C-BDE6-444B-8299-140F0A9DA0E3}" presName="diagram" presStyleCnt="0">
        <dgm:presLayoutVars>
          <dgm:dir/>
          <dgm:resizeHandles val="exact"/>
        </dgm:presLayoutVars>
      </dgm:prSet>
      <dgm:spPr/>
    </dgm:pt>
    <dgm:pt modelId="{929C5359-657F-CF42-A818-0E6B6CC45991}" type="pres">
      <dgm:prSet presAssocID="{F2932DBB-CA77-42AD-B6C1-F0AC56AF26C1}" presName="node" presStyleLbl="node1" presStyleIdx="0" presStyleCnt="24">
        <dgm:presLayoutVars>
          <dgm:bulletEnabled val="1"/>
        </dgm:presLayoutVars>
      </dgm:prSet>
      <dgm:spPr/>
    </dgm:pt>
    <dgm:pt modelId="{0B53BC17-92AD-7541-BF4B-D4CF64255E13}" type="pres">
      <dgm:prSet presAssocID="{3B2990FE-3A20-4A48-9B3E-AB2DD8542E7D}" presName="sibTrans" presStyleCnt="0"/>
      <dgm:spPr/>
    </dgm:pt>
    <dgm:pt modelId="{2E6C630C-86B6-8447-BDB3-A499BF241D56}" type="pres">
      <dgm:prSet presAssocID="{2948FCBC-3B14-4BA0-ABFF-FA4AE72D67FB}" presName="node" presStyleLbl="node1" presStyleIdx="1" presStyleCnt="24">
        <dgm:presLayoutVars>
          <dgm:bulletEnabled val="1"/>
        </dgm:presLayoutVars>
      </dgm:prSet>
      <dgm:spPr/>
    </dgm:pt>
    <dgm:pt modelId="{AC51B88E-8C1D-434A-ADE9-381392515E4D}" type="pres">
      <dgm:prSet presAssocID="{E378E67F-6191-420A-B812-6C519357D4AB}" presName="sibTrans" presStyleCnt="0"/>
      <dgm:spPr/>
    </dgm:pt>
    <dgm:pt modelId="{B361D4CA-98CC-A145-BEE4-0185639B23ED}" type="pres">
      <dgm:prSet presAssocID="{3B278316-E065-FE46-93E8-73541135ACB3}" presName="node" presStyleLbl="node1" presStyleIdx="2" presStyleCnt="24">
        <dgm:presLayoutVars>
          <dgm:bulletEnabled val="1"/>
        </dgm:presLayoutVars>
      </dgm:prSet>
      <dgm:spPr/>
    </dgm:pt>
    <dgm:pt modelId="{13F57475-DE79-FB4E-95D3-16C312E48046}" type="pres">
      <dgm:prSet presAssocID="{CF583A67-8669-AB4B-80F4-64D0FE061B63}" presName="sibTrans" presStyleCnt="0"/>
      <dgm:spPr/>
    </dgm:pt>
    <dgm:pt modelId="{2151FF98-6AB0-F547-AE71-58BE3DC6A151}" type="pres">
      <dgm:prSet presAssocID="{7CDF16A8-8733-E84B-8C38-A2B4DAF6DEC2}" presName="node" presStyleLbl="node1" presStyleIdx="3" presStyleCnt="24">
        <dgm:presLayoutVars>
          <dgm:bulletEnabled val="1"/>
        </dgm:presLayoutVars>
      </dgm:prSet>
      <dgm:spPr/>
    </dgm:pt>
    <dgm:pt modelId="{87D4AF04-4D1E-9547-B5CE-B44ECABC00F3}" type="pres">
      <dgm:prSet presAssocID="{7247E588-0189-834A-920A-88B3B064DB89}" presName="sibTrans" presStyleCnt="0"/>
      <dgm:spPr/>
    </dgm:pt>
    <dgm:pt modelId="{178AADFB-1498-554E-9196-8F47D2813A04}" type="pres">
      <dgm:prSet presAssocID="{F9EEF67E-0EFA-F249-9636-66656737F133}" presName="node" presStyleLbl="node1" presStyleIdx="4" presStyleCnt="24">
        <dgm:presLayoutVars>
          <dgm:bulletEnabled val="1"/>
        </dgm:presLayoutVars>
      </dgm:prSet>
      <dgm:spPr/>
    </dgm:pt>
    <dgm:pt modelId="{A8055853-47EB-984B-92C9-E0DB1DB1A252}" type="pres">
      <dgm:prSet presAssocID="{8CA468FD-8E36-354B-ABAE-D33EF48AB028}" presName="sibTrans" presStyleCnt="0"/>
      <dgm:spPr/>
    </dgm:pt>
    <dgm:pt modelId="{CBD62BBA-9002-DD45-B1BF-46BBBEBE1E1B}" type="pres">
      <dgm:prSet presAssocID="{0B42763D-FD21-A04E-96C8-96FA7430EB72}" presName="node" presStyleLbl="node1" presStyleIdx="5" presStyleCnt="24">
        <dgm:presLayoutVars>
          <dgm:bulletEnabled val="1"/>
        </dgm:presLayoutVars>
      </dgm:prSet>
      <dgm:spPr/>
    </dgm:pt>
    <dgm:pt modelId="{14507AEF-7BC0-D549-8690-E385F7FE5C08}" type="pres">
      <dgm:prSet presAssocID="{7AAA31BA-0D91-5346-B0A9-7E69631BCA55}" presName="sibTrans" presStyleCnt="0"/>
      <dgm:spPr/>
    </dgm:pt>
    <dgm:pt modelId="{D59619D4-926F-3E46-A3EC-FD6679B886EA}" type="pres">
      <dgm:prSet presAssocID="{07F44FF0-78D0-274A-9D5B-50914817E4B4}" presName="node" presStyleLbl="node1" presStyleIdx="6" presStyleCnt="24">
        <dgm:presLayoutVars>
          <dgm:bulletEnabled val="1"/>
        </dgm:presLayoutVars>
      </dgm:prSet>
      <dgm:spPr/>
    </dgm:pt>
    <dgm:pt modelId="{43968A4B-B92E-EB4E-A645-76CB17CA94FC}" type="pres">
      <dgm:prSet presAssocID="{0A4085F7-183B-6644-AF67-DABA86F8A223}" presName="sibTrans" presStyleCnt="0"/>
      <dgm:spPr/>
    </dgm:pt>
    <dgm:pt modelId="{82C2E393-0847-8243-BF02-2F3B61B17149}" type="pres">
      <dgm:prSet presAssocID="{FE2565C7-D16A-4CAE-9A34-5247A1B4EE19}" presName="node" presStyleLbl="node1" presStyleIdx="7" presStyleCnt="24">
        <dgm:presLayoutVars>
          <dgm:bulletEnabled val="1"/>
        </dgm:presLayoutVars>
      </dgm:prSet>
      <dgm:spPr/>
    </dgm:pt>
    <dgm:pt modelId="{80C6A355-9126-DA4E-82F4-EA46CFD8FE52}" type="pres">
      <dgm:prSet presAssocID="{7D96A709-D7C9-4F97-BE9B-DB5F1C8F1645}" presName="sibTrans" presStyleCnt="0"/>
      <dgm:spPr/>
    </dgm:pt>
    <dgm:pt modelId="{89DA9044-4B83-3B45-970E-010845AE3B1A}" type="pres">
      <dgm:prSet presAssocID="{6A0FBF17-A5C8-4269-AA49-E29A23AAB220}" presName="node" presStyleLbl="node1" presStyleIdx="8" presStyleCnt="24">
        <dgm:presLayoutVars>
          <dgm:bulletEnabled val="1"/>
        </dgm:presLayoutVars>
      </dgm:prSet>
      <dgm:spPr/>
    </dgm:pt>
    <dgm:pt modelId="{D5F2E554-14C4-AB4B-9485-4B8BA978E0B9}" type="pres">
      <dgm:prSet presAssocID="{B40F0F0A-D687-4B5D-B2A8-22978400B76F}" presName="sibTrans" presStyleCnt="0"/>
      <dgm:spPr/>
    </dgm:pt>
    <dgm:pt modelId="{9DE4CBA8-13D5-9343-98CF-A4FD169F85C9}" type="pres">
      <dgm:prSet presAssocID="{E0DF6F28-A725-E14A-9BA2-42861A09D0A7}" presName="node" presStyleLbl="node1" presStyleIdx="9" presStyleCnt="24">
        <dgm:presLayoutVars>
          <dgm:bulletEnabled val="1"/>
        </dgm:presLayoutVars>
      </dgm:prSet>
      <dgm:spPr/>
    </dgm:pt>
    <dgm:pt modelId="{B4B4EAAF-1D31-214F-9AD6-263EF422CE7A}" type="pres">
      <dgm:prSet presAssocID="{A651294F-4D0F-E44D-A22E-B426A4C817CF}" presName="sibTrans" presStyleCnt="0"/>
      <dgm:spPr/>
    </dgm:pt>
    <dgm:pt modelId="{9E4BA265-BCFF-B646-9B44-AD2CD981AAE0}" type="pres">
      <dgm:prSet presAssocID="{225A03D7-60AC-4F70-B4B5-08FB97C33587}" presName="node" presStyleLbl="node1" presStyleIdx="10" presStyleCnt="24">
        <dgm:presLayoutVars>
          <dgm:bulletEnabled val="1"/>
        </dgm:presLayoutVars>
      </dgm:prSet>
      <dgm:spPr/>
    </dgm:pt>
    <dgm:pt modelId="{F0EA0EA1-6A05-5041-8387-C502495F5BCB}" type="pres">
      <dgm:prSet presAssocID="{CEBE8252-B867-4679-B770-21B43FF95DC8}" presName="sibTrans" presStyleCnt="0"/>
      <dgm:spPr/>
    </dgm:pt>
    <dgm:pt modelId="{4E2AB5CE-1F33-1C44-8266-524256F8E10D}" type="pres">
      <dgm:prSet presAssocID="{4BA9E44D-DE38-43AD-B5BC-ABCB9EE7B6B2}" presName="node" presStyleLbl="node1" presStyleIdx="11" presStyleCnt="24">
        <dgm:presLayoutVars>
          <dgm:bulletEnabled val="1"/>
        </dgm:presLayoutVars>
      </dgm:prSet>
      <dgm:spPr/>
    </dgm:pt>
    <dgm:pt modelId="{DAB72F58-0D06-C949-B95A-710CE4ACDF87}" type="pres">
      <dgm:prSet presAssocID="{F3A75A0F-F6E1-4958-AA72-5C6072F2E2C8}" presName="sibTrans" presStyleCnt="0"/>
      <dgm:spPr/>
    </dgm:pt>
    <dgm:pt modelId="{37719CB9-AF78-6340-BEBB-3502EA99C064}" type="pres">
      <dgm:prSet presAssocID="{C5815354-98AC-4B22-B23D-AF4BCD816EAA}" presName="node" presStyleLbl="node1" presStyleIdx="12" presStyleCnt="24">
        <dgm:presLayoutVars>
          <dgm:bulletEnabled val="1"/>
        </dgm:presLayoutVars>
      </dgm:prSet>
      <dgm:spPr/>
    </dgm:pt>
    <dgm:pt modelId="{9C002F87-4FF1-594F-920B-49A9677DB82D}" type="pres">
      <dgm:prSet presAssocID="{064778B4-964D-40EF-92CC-EFE9402DFB55}" presName="sibTrans" presStyleCnt="0"/>
      <dgm:spPr/>
    </dgm:pt>
    <dgm:pt modelId="{05E388AE-EBF9-3843-B14D-84EA597B00B6}" type="pres">
      <dgm:prSet presAssocID="{26B8FAAA-E7DA-4017-A3CA-0D24A93E1DD1}" presName="node" presStyleLbl="node1" presStyleIdx="13" presStyleCnt="24">
        <dgm:presLayoutVars>
          <dgm:bulletEnabled val="1"/>
        </dgm:presLayoutVars>
      </dgm:prSet>
      <dgm:spPr/>
    </dgm:pt>
    <dgm:pt modelId="{B6D8F363-359A-8C48-8B90-0B11EDBA0210}" type="pres">
      <dgm:prSet presAssocID="{7ECEB5FA-2567-4FE2-AB68-F92A7B6C1F87}" presName="sibTrans" presStyleCnt="0"/>
      <dgm:spPr/>
    </dgm:pt>
    <dgm:pt modelId="{4F3FBB1D-6FE1-004F-A50D-5B44A056B9AA}" type="pres">
      <dgm:prSet presAssocID="{5F1CF100-D4D9-4156-9BAE-8D2E95F39E11}" presName="node" presStyleLbl="node1" presStyleIdx="14" presStyleCnt="24">
        <dgm:presLayoutVars>
          <dgm:bulletEnabled val="1"/>
        </dgm:presLayoutVars>
      </dgm:prSet>
      <dgm:spPr/>
    </dgm:pt>
    <dgm:pt modelId="{04AB4457-346F-264D-BAAA-F49EE8D144FC}" type="pres">
      <dgm:prSet presAssocID="{65DA54F4-B79F-41A6-B33B-DE0BF8D4A5AF}" presName="sibTrans" presStyleCnt="0"/>
      <dgm:spPr/>
    </dgm:pt>
    <dgm:pt modelId="{15D9C9A2-32A7-1749-88E8-ED9C12A594EE}" type="pres">
      <dgm:prSet presAssocID="{795966DE-21E1-BD4D-9B75-8E8629348E5B}" presName="node" presStyleLbl="node1" presStyleIdx="15" presStyleCnt="24">
        <dgm:presLayoutVars>
          <dgm:bulletEnabled val="1"/>
        </dgm:presLayoutVars>
      </dgm:prSet>
      <dgm:spPr/>
    </dgm:pt>
    <dgm:pt modelId="{F1E74A1B-0A79-4946-94B4-2C2301FBD5E5}" type="pres">
      <dgm:prSet presAssocID="{ED40008E-A1A2-E941-B936-8CFC2988F6CD}" presName="sibTrans" presStyleCnt="0"/>
      <dgm:spPr/>
    </dgm:pt>
    <dgm:pt modelId="{8E18B412-2153-F246-8205-376799D742EF}" type="pres">
      <dgm:prSet presAssocID="{699AA2E1-F901-4539-827E-0ECA64258CAA}" presName="node" presStyleLbl="node1" presStyleIdx="16" presStyleCnt="24">
        <dgm:presLayoutVars>
          <dgm:bulletEnabled val="1"/>
        </dgm:presLayoutVars>
      </dgm:prSet>
      <dgm:spPr/>
    </dgm:pt>
    <dgm:pt modelId="{98E04568-2844-5048-9E35-978E3D79992E}" type="pres">
      <dgm:prSet presAssocID="{665C697D-91A8-4182-B965-8FB279CDA6B6}" presName="sibTrans" presStyleCnt="0"/>
      <dgm:spPr/>
    </dgm:pt>
    <dgm:pt modelId="{61438512-62A6-374F-BEA2-6F8B713515A1}" type="pres">
      <dgm:prSet presAssocID="{B2EABFC6-8D67-5045-8346-98C49FAE265E}" presName="node" presStyleLbl="node1" presStyleIdx="17" presStyleCnt="24">
        <dgm:presLayoutVars>
          <dgm:bulletEnabled val="1"/>
        </dgm:presLayoutVars>
      </dgm:prSet>
      <dgm:spPr/>
    </dgm:pt>
    <dgm:pt modelId="{EFDEA61F-F0F6-0546-B97E-1963D911D11A}" type="pres">
      <dgm:prSet presAssocID="{DA0D6141-1563-5844-89DE-1A12991F500A}" presName="sibTrans" presStyleCnt="0"/>
      <dgm:spPr/>
    </dgm:pt>
    <dgm:pt modelId="{E9B6D324-FC2F-C940-A91F-0BF75312F11C}" type="pres">
      <dgm:prSet presAssocID="{5A305CB1-D273-437B-B761-ADC07A11CCF0}" presName="node" presStyleLbl="node1" presStyleIdx="18" presStyleCnt="24">
        <dgm:presLayoutVars>
          <dgm:bulletEnabled val="1"/>
        </dgm:presLayoutVars>
      </dgm:prSet>
      <dgm:spPr/>
    </dgm:pt>
    <dgm:pt modelId="{A842CFAC-7C4A-E745-9EA4-76087FC02699}" type="pres">
      <dgm:prSet presAssocID="{C1A465CF-6A86-4A69-867E-5A0DBF83E8FA}" presName="sibTrans" presStyleCnt="0"/>
      <dgm:spPr/>
    </dgm:pt>
    <dgm:pt modelId="{549F6A92-F5D3-A24A-A8D2-F932FB3ED3E5}" type="pres">
      <dgm:prSet presAssocID="{7B36D41D-068C-E647-8BA3-7570C5B07F2F}" presName="node" presStyleLbl="node1" presStyleIdx="19" presStyleCnt="24">
        <dgm:presLayoutVars>
          <dgm:bulletEnabled val="1"/>
        </dgm:presLayoutVars>
      </dgm:prSet>
      <dgm:spPr/>
    </dgm:pt>
    <dgm:pt modelId="{758BCD82-5AEB-D049-9CF8-7914A01A00C0}" type="pres">
      <dgm:prSet presAssocID="{F67FA729-3335-1042-8C2A-9889961108C4}" presName="sibTrans" presStyleCnt="0"/>
      <dgm:spPr/>
    </dgm:pt>
    <dgm:pt modelId="{3F34D05F-EB90-6840-978F-273CC53A2EDB}" type="pres">
      <dgm:prSet presAssocID="{C9275EAA-6194-4F8F-94C9-90185354A29D}" presName="node" presStyleLbl="node1" presStyleIdx="20" presStyleCnt="24">
        <dgm:presLayoutVars>
          <dgm:bulletEnabled val="1"/>
        </dgm:presLayoutVars>
      </dgm:prSet>
      <dgm:spPr/>
    </dgm:pt>
    <dgm:pt modelId="{36DEB0D8-93A9-6548-8FCA-3CD2C099F460}" type="pres">
      <dgm:prSet presAssocID="{0F9E9925-505C-4547-9516-222C1AB2771B}" presName="sibTrans" presStyleCnt="0"/>
      <dgm:spPr/>
    </dgm:pt>
    <dgm:pt modelId="{EC3932E0-7868-AF41-992D-D788645DA250}" type="pres">
      <dgm:prSet presAssocID="{919CA9FF-5C08-45F2-94F1-D179B2016872}" presName="node" presStyleLbl="node1" presStyleIdx="21" presStyleCnt="24">
        <dgm:presLayoutVars>
          <dgm:bulletEnabled val="1"/>
        </dgm:presLayoutVars>
      </dgm:prSet>
      <dgm:spPr/>
    </dgm:pt>
    <dgm:pt modelId="{CD29D520-369A-2646-ADAC-0EB1C867F7D9}" type="pres">
      <dgm:prSet presAssocID="{832D4D0E-26A6-4552-B9DD-A25A86BD2AED}" presName="sibTrans" presStyleCnt="0"/>
      <dgm:spPr/>
    </dgm:pt>
    <dgm:pt modelId="{AAB6601B-B6D5-2D40-A42D-237F0D4597B7}" type="pres">
      <dgm:prSet presAssocID="{DBA6558A-BD2F-B748-9969-0FB3A3710D7C}" presName="node" presStyleLbl="node1" presStyleIdx="22" presStyleCnt="24">
        <dgm:presLayoutVars>
          <dgm:bulletEnabled val="1"/>
        </dgm:presLayoutVars>
      </dgm:prSet>
      <dgm:spPr/>
    </dgm:pt>
    <dgm:pt modelId="{771C1D97-B923-9B4E-9943-4ADF920817CC}" type="pres">
      <dgm:prSet presAssocID="{7E3E37FD-D418-9B44-B0D6-E37044F8847D}" presName="sibTrans" presStyleCnt="0"/>
      <dgm:spPr/>
    </dgm:pt>
    <dgm:pt modelId="{DFE71796-C6E2-DC46-AB30-3E738F2A15C9}" type="pres">
      <dgm:prSet presAssocID="{8AB01E4F-86CE-469F-B996-1CDD81003483}" presName="node" presStyleLbl="node1" presStyleIdx="23" presStyleCnt="24">
        <dgm:presLayoutVars>
          <dgm:bulletEnabled val="1"/>
        </dgm:presLayoutVars>
      </dgm:prSet>
      <dgm:spPr/>
    </dgm:pt>
  </dgm:ptLst>
  <dgm:cxnLst>
    <dgm:cxn modelId="{ECCB2C01-CE3E-47FB-A699-1B70EEF1A1F7}" srcId="{09CA638C-BDE6-444B-8299-140F0A9DA0E3}" destId="{2948FCBC-3B14-4BA0-ABFF-FA4AE72D67FB}" srcOrd="1" destOrd="0" parTransId="{157ADED1-D431-4C18-88AF-437CAE66612E}" sibTransId="{E378E67F-6191-420A-B812-6C519357D4AB}"/>
    <dgm:cxn modelId="{DF8BB101-49FB-7244-954F-53314D15E0C3}" type="presOf" srcId="{795966DE-21E1-BD4D-9B75-8E8629348E5B}" destId="{15D9C9A2-32A7-1749-88E8-ED9C12A594EE}" srcOrd="0" destOrd="0" presId="urn:microsoft.com/office/officeart/2005/8/layout/default"/>
    <dgm:cxn modelId="{A5846A0B-BBB5-3144-B77F-C1523AF06F5B}" srcId="{09CA638C-BDE6-444B-8299-140F0A9DA0E3}" destId="{7CDF16A8-8733-E84B-8C38-A2B4DAF6DEC2}" srcOrd="3" destOrd="0" parTransId="{53EA7C21-79FD-D547-B185-72085B0EC52A}" sibTransId="{7247E588-0189-834A-920A-88B3B064DB89}"/>
    <dgm:cxn modelId="{0AE8E80C-3B51-4142-82D1-535CAEE33F8C}" type="presOf" srcId="{6A0FBF17-A5C8-4269-AA49-E29A23AAB220}" destId="{89DA9044-4B83-3B45-970E-010845AE3B1A}" srcOrd="0" destOrd="0" presId="urn:microsoft.com/office/officeart/2005/8/layout/default"/>
    <dgm:cxn modelId="{E9508F0E-1F8B-4C40-916F-D8958E758508}" srcId="{09CA638C-BDE6-444B-8299-140F0A9DA0E3}" destId="{4BA9E44D-DE38-43AD-B5BC-ABCB9EE7B6B2}" srcOrd="11" destOrd="0" parTransId="{35C02F4D-2CF5-4CB6-BED8-064AE5987C14}" sibTransId="{F3A75A0F-F6E1-4958-AA72-5C6072F2E2C8}"/>
    <dgm:cxn modelId="{9927C615-1C52-46D3-B98B-8CB19D83C237}" srcId="{09CA638C-BDE6-444B-8299-140F0A9DA0E3}" destId="{FE2565C7-D16A-4CAE-9A34-5247A1B4EE19}" srcOrd="7" destOrd="0" parTransId="{FA5B503D-49EA-45CE-B3BC-CC178924C7FB}" sibTransId="{7D96A709-D7C9-4F97-BE9B-DB5F1C8F1645}"/>
    <dgm:cxn modelId="{24104E1F-95EC-5F49-8AA4-E002280C507B}" type="presOf" srcId="{2948FCBC-3B14-4BA0-ABFF-FA4AE72D67FB}" destId="{2E6C630C-86B6-8447-BDB3-A499BF241D56}" srcOrd="0" destOrd="0" presId="urn:microsoft.com/office/officeart/2005/8/layout/default"/>
    <dgm:cxn modelId="{547DE326-5B51-4ACF-AA99-19FBE745B6E3}" srcId="{09CA638C-BDE6-444B-8299-140F0A9DA0E3}" destId="{5A305CB1-D273-437B-B761-ADC07A11CCF0}" srcOrd="18" destOrd="0" parTransId="{0D1000B2-4DDC-4559-815C-B490C55DF2DD}" sibTransId="{C1A465CF-6A86-4A69-867E-5A0DBF83E8FA}"/>
    <dgm:cxn modelId="{39551E29-B56B-E842-BA48-6815A3A192F8}" srcId="{09CA638C-BDE6-444B-8299-140F0A9DA0E3}" destId="{795966DE-21E1-BD4D-9B75-8E8629348E5B}" srcOrd="15" destOrd="0" parTransId="{96006A48-F042-DF42-AFF5-F229834CB007}" sibTransId="{ED40008E-A1A2-E941-B936-8CFC2988F6CD}"/>
    <dgm:cxn modelId="{AA023E2C-BEED-4842-892B-74F937B9FEFC}" srcId="{09CA638C-BDE6-444B-8299-140F0A9DA0E3}" destId="{26B8FAAA-E7DA-4017-A3CA-0D24A93E1DD1}" srcOrd="13" destOrd="0" parTransId="{43668494-0E27-42A7-9F85-4070CD5FDD7C}" sibTransId="{7ECEB5FA-2567-4FE2-AB68-F92A7B6C1F87}"/>
    <dgm:cxn modelId="{779A9C37-DF5C-DB4A-AF68-8C9E3A25B888}" type="presOf" srcId="{7B36D41D-068C-E647-8BA3-7570C5B07F2F}" destId="{549F6A92-F5D3-A24A-A8D2-F932FB3ED3E5}" srcOrd="0" destOrd="0" presId="urn:microsoft.com/office/officeart/2005/8/layout/default"/>
    <dgm:cxn modelId="{FB9C2C3A-70EE-417B-98AE-91A802410F35}" srcId="{09CA638C-BDE6-444B-8299-140F0A9DA0E3}" destId="{C9275EAA-6194-4F8F-94C9-90185354A29D}" srcOrd="20" destOrd="0" parTransId="{64C6D561-10D9-4A93-A07D-4C43AD293730}" sibTransId="{0F9E9925-505C-4547-9516-222C1AB2771B}"/>
    <dgm:cxn modelId="{288F1F3F-3320-254F-B060-5017088473A7}" type="presOf" srcId="{26B8FAAA-E7DA-4017-A3CA-0D24A93E1DD1}" destId="{05E388AE-EBF9-3843-B14D-84EA597B00B6}" srcOrd="0" destOrd="0" presId="urn:microsoft.com/office/officeart/2005/8/layout/default"/>
    <dgm:cxn modelId="{5360B343-2022-4747-B00E-6C1E5A6FF039}" srcId="{09CA638C-BDE6-444B-8299-140F0A9DA0E3}" destId="{5F1CF100-D4D9-4156-9BAE-8D2E95F39E11}" srcOrd="14" destOrd="0" parTransId="{BED2CC63-1B4B-4F57-8253-21E1D598FA00}" sibTransId="{65DA54F4-B79F-41A6-B33B-DE0BF8D4A5AF}"/>
    <dgm:cxn modelId="{C11EAD45-6702-4A45-8050-535AE96CE67B}" type="presOf" srcId="{07F44FF0-78D0-274A-9D5B-50914817E4B4}" destId="{D59619D4-926F-3E46-A3EC-FD6679B886EA}" srcOrd="0" destOrd="0" presId="urn:microsoft.com/office/officeart/2005/8/layout/default"/>
    <dgm:cxn modelId="{801E584C-041C-3D44-8DC5-9DEF4496F3BF}" type="presOf" srcId="{3B278316-E065-FE46-93E8-73541135ACB3}" destId="{B361D4CA-98CC-A145-BEE4-0185639B23ED}" srcOrd="0" destOrd="0" presId="urn:microsoft.com/office/officeart/2005/8/layout/default"/>
    <dgm:cxn modelId="{7BFA7F4E-4D7C-8745-A34F-A838261F4971}" type="presOf" srcId="{FE2565C7-D16A-4CAE-9A34-5247A1B4EE19}" destId="{82C2E393-0847-8243-BF02-2F3B61B17149}" srcOrd="0" destOrd="0" presId="urn:microsoft.com/office/officeart/2005/8/layout/default"/>
    <dgm:cxn modelId="{D6DA8D51-FE68-6040-A4DD-180EB1B4314A}" srcId="{09CA638C-BDE6-444B-8299-140F0A9DA0E3}" destId="{E0DF6F28-A725-E14A-9BA2-42861A09D0A7}" srcOrd="9" destOrd="0" parTransId="{BFAB1999-A35A-AF48-B740-A13CECD1C4EA}" sibTransId="{A651294F-4D0F-E44D-A22E-B426A4C817CF}"/>
    <dgm:cxn modelId="{9FBBF663-F686-48EB-BD3B-87BFB99D5E93}" srcId="{09CA638C-BDE6-444B-8299-140F0A9DA0E3}" destId="{6A0FBF17-A5C8-4269-AA49-E29A23AAB220}" srcOrd="8" destOrd="0" parTransId="{50A777D2-AC52-4884-9F66-5762F29288F0}" sibTransId="{B40F0F0A-D687-4B5D-B2A8-22978400B76F}"/>
    <dgm:cxn modelId="{F6E1A165-ECE7-1C4B-B2CC-1DA33E234827}" type="presOf" srcId="{919CA9FF-5C08-45F2-94F1-D179B2016872}" destId="{EC3932E0-7868-AF41-992D-D788645DA250}" srcOrd="0" destOrd="0" presId="urn:microsoft.com/office/officeart/2005/8/layout/default"/>
    <dgm:cxn modelId="{FDC9666C-40F5-4F92-9EEB-856D9099861A}" srcId="{09CA638C-BDE6-444B-8299-140F0A9DA0E3}" destId="{225A03D7-60AC-4F70-B4B5-08FB97C33587}" srcOrd="10" destOrd="0" parTransId="{C44A7B3C-33E2-49D0-92EC-C260E6EA79A1}" sibTransId="{CEBE8252-B867-4679-B770-21B43FF95DC8}"/>
    <dgm:cxn modelId="{2B76A06F-283B-4506-A87C-FBC3E6F7B98D}" srcId="{09CA638C-BDE6-444B-8299-140F0A9DA0E3}" destId="{C5815354-98AC-4B22-B23D-AF4BCD816EAA}" srcOrd="12" destOrd="0" parTransId="{A75AD8C3-8B38-43D2-A0A0-EF8AFD0DE9D1}" sibTransId="{064778B4-964D-40EF-92CC-EFE9402DFB55}"/>
    <dgm:cxn modelId="{F8168D72-94EC-D141-821B-505B5553EA0E}" type="presOf" srcId="{C5815354-98AC-4B22-B23D-AF4BCD816EAA}" destId="{37719CB9-AF78-6340-BEBB-3502EA99C064}" srcOrd="0" destOrd="0" presId="urn:microsoft.com/office/officeart/2005/8/layout/default"/>
    <dgm:cxn modelId="{FDFF477A-C72B-E547-A128-E8154EFE9151}" type="presOf" srcId="{E0DF6F28-A725-E14A-9BA2-42861A09D0A7}" destId="{9DE4CBA8-13D5-9343-98CF-A4FD169F85C9}" srcOrd="0" destOrd="0" presId="urn:microsoft.com/office/officeart/2005/8/layout/default"/>
    <dgm:cxn modelId="{0BF8497C-1E8C-6344-B80B-B7128FBED1F8}" type="presOf" srcId="{0B42763D-FD21-A04E-96C8-96FA7430EB72}" destId="{CBD62BBA-9002-DD45-B1BF-46BBBEBE1E1B}" srcOrd="0" destOrd="0" presId="urn:microsoft.com/office/officeart/2005/8/layout/default"/>
    <dgm:cxn modelId="{2FC9607C-5D4A-DB4F-A778-68E879ADEAE9}" type="presOf" srcId="{DBA6558A-BD2F-B748-9969-0FB3A3710D7C}" destId="{AAB6601B-B6D5-2D40-A42D-237F0D4597B7}" srcOrd="0" destOrd="0" presId="urn:microsoft.com/office/officeart/2005/8/layout/default"/>
    <dgm:cxn modelId="{A8944690-2430-BC44-8BDB-6F6086AB03C2}" srcId="{09CA638C-BDE6-444B-8299-140F0A9DA0E3}" destId="{3B278316-E065-FE46-93E8-73541135ACB3}" srcOrd="2" destOrd="0" parTransId="{9055F757-0B09-1741-A3E3-9B5E84F925AE}" sibTransId="{CF583A67-8669-AB4B-80F4-64D0FE061B63}"/>
    <dgm:cxn modelId="{4E7BEA90-157A-2E41-B1EF-97B223F10F13}" type="presOf" srcId="{5F1CF100-D4D9-4156-9BAE-8D2E95F39E11}" destId="{4F3FBB1D-6FE1-004F-A50D-5B44A056B9AA}" srcOrd="0" destOrd="0" presId="urn:microsoft.com/office/officeart/2005/8/layout/default"/>
    <dgm:cxn modelId="{C0E20495-66DD-B04A-8C75-474D11658CC2}" srcId="{09CA638C-BDE6-444B-8299-140F0A9DA0E3}" destId="{B2EABFC6-8D67-5045-8346-98C49FAE265E}" srcOrd="17" destOrd="0" parTransId="{0D0D0269-40F3-4643-A8DC-B30861F86745}" sibTransId="{DA0D6141-1563-5844-89DE-1A12991F500A}"/>
    <dgm:cxn modelId="{D11C7A95-C9AA-5C4C-ABB0-82EAD1FE81AF}" type="presOf" srcId="{4BA9E44D-DE38-43AD-B5BC-ABCB9EE7B6B2}" destId="{4E2AB5CE-1F33-1C44-8266-524256F8E10D}" srcOrd="0" destOrd="0" presId="urn:microsoft.com/office/officeart/2005/8/layout/default"/>
    <dgm:cxn modelId="{AB0E2397-B191-F64B-B4D0-AE0649580C72}" type="presOf" srcId="{F9EEF67E-0EFA-F249-9636-66656737F133}" destId="{178AADFB-1498-554E-9196-8F47D2813A04}" srcOrd="0" destOrd="0" presId="urn:microsoft.com/office/officeart/2005/8/layout/default"/>
    <dgm:cxn modelId="{57533DA9-67DE-6345-B44C-A3A570EBCA36}" type="presOf" srcId="{225A03D7-60AC-4F70-B4B5-08FB97C33587}" destId="{9E4BA265-BCFF-B646-9B44-AD2CD981AAE0}" srcOrd="0" destOrd="0" presId="urn:microsoft.com/office/officeart/2005/8/layout/default"/>
    <dgm:cxn modelId="{CC7845A9-1C65-8A43-83A1-BBE9B27E4E2D}" type="presOf" srcId="{B2EABFC6-8D67-5045-8346-98C49FAE265E}" destId="{61438512-62A6-374F-BEA2-6F8B713515A1}" srcOrd="0" destOrd="0" presId="urn:microsoft.com/office/officeart/2005/8/layout/default"/>
    <dgm:cxn modelId="{E8798CAC-FB2F-4243-990A-5EF7C44D7E9F}" type="presOf" srcId="{699AA2E1-F901-4539-827E-0ECA64258CAA}" destId="{8E18B412-2153-F246-8205-376799D742EF}" srcOrd="0" destOrd="0" presId="urn:microsoft.com/office/officeart/2005/8/layout/default"/>
    <dgm:cxn modelId="{F9CAA8B0-6DDC-42BA-B914-4087FCFBF2B8}" srcId="{09CA638C-BDE6-444B-8299-140F0A9DA0E3}" destId="{699AA2E1-F901-4539-827E-0ECA64258CAA}" srcOrd="16" destOrd="0" parTransId="{257A4D41-0E1A-4F12-BD74-86EA5CD28F50}" sibTransId="{665C697D-91A8-4182-B965-8FB279CDA6B6}"/>
    <dgm:cxn modelId="{A3F68EB2-1736-C24E-8C50-4C6BA20E5361}" srcId="{09CA638C-BDE6-444B-8299-140F0A9DA0E3}" destId="{DBA6558A-BD2F-B748-9969-0FB3A3710D7C}" srcOrd="22" destOrd="0" parTransId="{3A3A5726-3919-5448-88DA-CEAFCFB77E87}" sibTransId="{7E3E37FD-D418-9B44-B0D6-E37044F8847D}"/>
    <dgm:cxn modelId="{E1C012B8-2878-5643-A1DE-8D73C293E56F}" type="presOf" srcId="{C9275EAA-6194-4F8F-94C9-90185354A29D}" destId="{3F34D05F-EB90-6840-978F-273CC53A2EDB}" srcOrd="0" destOrd="0" presId="urn:microsoft.com/office/officeart/2005/8/layout/default"/>
    <dgm:cxn modelId="{EA12B5C2-0771-46B3-AA49-C81635A98EF8}" srcId="{09CA638C-BDE6-444B-8299-140F0A9DA0E3}" destId="{919CA9FF-5C08-45F2-94F1-D179B2016872}" srcOrd="21" destOrd="0" parTransId="{3C020C6C-8D95-4614-A62C-B4B76EBD9CED}" sibTransId="{832D4D0E-26A6-4552-B9DD-A25A86BD2AED}"/>
    <dgm:cxn modelId="{2D4177C8-7826-B343-8BFC-BF5D0905E685}" type="presOf" srcId="{F2932DBB-CA77-42AD-B6C1-F0AC56AF26C1}" destId="{929C5359-657F-CF42-A818-0E6B6CC45991}" srcOrd="0" destOrd="0" presId="urn:microsoft.com/office/officeart/2005/8/layout/default"/>
    <dgm:cxn modelId="{C5F923C9-8540-0642-9BCC-4BFD7908AF83}" type="presOf" srcId="{5A305CB1-D273-437B-B761-ADC07A11CCF0}" destId="{E9B6D324-FC2F-C940-A91F-0BF75312F11C}" srcOrd="0" destOrd="0" presId="urn:microsoft.com/office/officeart/2005/8/layout/default"/>
    <dgm:cxn modelId="{7439FBD1-61D9-8D42-98B7-5E617D3F438D}" type="presOf" srcId="{8AB01E4F-86CE-469F-B996-1CDD81003483}" destId="{DFE71796-C6E2-DC46-AB30-3E738F2A15C9}" srcOrd="0" destOrd="0" presId="urn:microsoft.com/office/officeart/2005/8/layout/default"/>
    <dgm:cxn modelId="{BE00B8DB-5370-0D41-BB39-5E04D78D4695}" srcId="{09CA638C-BDE6-444B-8299-140F0A9DA0E3}" destId="{07F44FF0-78D0-274A-9D5B-50914817E4B4}" srcOrd="6" destOrd="0" parTransId="{70FC4675-22FB-1041-91FB-EFEE934EE224}" sibTransId="{0A4085F7-183B-6644-AF67-DABA86F8A223}"/>
    <dgm:cxn modelId="{8DE1EDE3-A11B-4F50-8988-CBDE13C9A600}" srcId="{09CA638C-BDE6-444B-8299-140F0A9DA0E3}" destId="{F2932DBB-CA77-42AD-B6C1-F0AC56AF26C1}" srcOrd="0" destOrd="0" parTransId="{AF50BEF9-1B44-4BC4-8B0E-2421A81487CF}" sibTransId="{3B2990FE-3A20-4A48-9B3E-AB2DD8542E7D}"/>
    <dgm:cxn modelId="{6A5384E5-EF1D-934E-B247-95AFEDB65DEB}" srcId="{09CA638C-BDE6-444B-8299-140F0A9DA0E3}" destId="{F9EEF67E-0EFA-F249-9636-66656737F133}" srcOrd="4" destOrd="0" parTransId="{31AB6F9A-36F6-7D41-B936-CF7428C5680C}" sibTransId="{8CA468FD-8E36-354B-ABAE-D33EF48AB028}"/>
    <dgm:cxn modelId="{E5E666EC-645A-4288-9D6E-ABD3B4B2C7B6}" srcId="{09CA638C-BDE6-444B-8299-140F0A9DA0E3}" destId="{8AB01E4F-86CE-469F-B996-1CDD81003483}" srcOrd="23" destOrd="0" parTransId="{176D7743-033C-438F-B27A-81F08B4FF623}" sibTransId="{0829CF78-5778-4C20-A835-4D3C831DB0A0}"/>
    <dgm:cxn modelId="{4D232AF1-7BBD-EC40-B31D-42865FCF591F}" type="presOf" srcId="{09CA638C-BDE6-444B-8299-140F0A9DA0E3}" destId="{3BF61212-C7BC-7D45-89BA-C5B9CEDD2A2D}" srcOrd="0" destOrd="0" presId="urn:microsoft.com/office/officeart/2005/8/layout/default"/>
    <dgm:cxn modelId="{FAA221FA-1EAE-9B41-A1DF-9FF8FE21750D}" type="presOf" srcId="{7CDF16A8-8733-E84B-8C38-A2B4DAF6DEC2}" destId="{2151FF98-6AB0-F547-AE71-58BE3DC6A151}" srcOrd="0" destOrd="0" presId="urn:microsoft.com/office/officeart/2005/8/layout/default"/>
    <dgm:cxn modelId="{068436FC-13C1-6348-AA15-1691E6B1ACAD}" srcId="{09CA638C-BDE6-444B-8299-140F0A9DA0E3}" destId="{7B36D41D-068C-E647-8BA3-7570C5B07F2F}" srcOrd="19" destOrd="0" parTransId="{60F557F2-56EC-134B-8E3D-03ACF48AD080}" sibTransId="{F67FA729-3335-1042-8C2A-9889961108C4}"/>
    <dgm:cxn modelId="{E1E8C9FF-2D17-B643-BBF7-0A8FA6BDD465}" srcId="{09CA638C-BDE6-444B-8299-140F0A9DA0E3}" destId="{0B42763D-FD21-A04E-96C8-96FA7430EB72}" srcOrd="5" destOrd="0" parTransId="{22D08B9D-6ADF-724B-BD38-D494576DB733}" sibTransId="{7AAA31BA-0D91-5346-B0A9-7E69631BCA55}"/>
    <dgm:cxn modelId="{75A3E4F7-126D-2841-80E3-930108EDA986}" type="presParOf" srcId="{3BF61212-C7BC-7D45-89BA-C5B9CEDD2A2D}" destId="{929C5359-657F-CF42-A818-0E6B6CC45991}" srcOrd="0" destOrd="0" presId="urn:microsoft.com/office/officeart/2005/8/layout/default"/>
    <dgm:cxn modelId="{A685854F-9D61-374E-A0EF-4D972EFC22C9}" type="presParOf" srcId="{3BF61212-C7BC-7D45-89BA-C5B9CEDD2A2D}" destId="{0B53BC17-92AD-7541-BF4B-D4CF64255E13}" srcOrd="1" destOrd="0" presId="urn:microsoft.com/office/officeart/2005/8/layout/default"/>
    <dgm:cxn modelId="{B87B4381-A9DD-2643-9BFC-AF59FDB2AEB0}" type="presParOf" srcId="{3BF61212-C7BC-7D45-89BA-C5B9CEDD2A2D}" destId="{2E6C630C-86B6-8447-BDB3-A499BF241D56}" srcOrd="2" destOrd="0" presId="urn:microsoft.com/office/officeart/2005/8/layout/default"/>
    <dgm:cxn modelId="{F4712EFA-8E31-6442-8E09-DDBD40C7D7DF}" type="presParOf" srcId="{3BF61212-C7BC-7D45-89BA-C5B9CEDD2A2D}" destId="{AC51B88E-8C1D-434A-ADE9-381392515E4D}" srcOrd="3" destOrd="0" presId="urn:microsoft.com/office/officeart/2005/8/layout/default"/>
    <dgm:cxn modelId="{6E36B698-0EE6-F442-8EE0-A857F954925F}" type="presParOf" srcId="{3BF61212-C7BC-7D45-89BA-C5B9CEDD2A2D}" destId="{B361D4CA-98CC-A145-BEE4-0185639B23ED}" srcOrd="4" destOrd="0" presId="urn:microsoft.com/office/officeart/2005/8/layout/default"/>
    <dgm:cxn modelId="{23E26E2F-C72E-6847-84EB-7EB100F77296}" type="presParOf" srcId="{3BF61212-C7BC-7D45-89BA-C5B9CEDD2A2D}" destId="{13F57475-DE79-FB4E-95D3-16C312E48046}" srcOrd="5" destOrd="0" presId="urn:microsoft.com/office/officeart/2005/8/layout/default"/>
    <dgm:cxn modelId="{B8EF2974-6ACC-BD49-BFF3-78A6E6A585FB}" type="presParOf" srcId="{3BF61212-C7BC-7D45-89BA-C5B9CEDD2A2D}" destId="{2151FF98-6AB0-F547-AE71-58BE3DC6A151}" srcOrd="6" destOrd="0" presId="urn:microsoft.com/office/officeart/2005/8/layout/default"/>
    <dgm:cxn modelId="{2603622A-42BA-6740-BA0A-5B98B2AD547E}" type="presParOf" srcId="{3BF61212-C7BC-7D45-89BA-C5B9CEDD2A2D}" destId="{87D4AF04-4D1E-9547-B5CE-B44ECABC00F3}" srcOrd="7" destOrd="0" presId="urn:microsoft.com/office/officeart/2005/8/layout/default"/>
    <dgm:cxn modelId="{84FAC423-A9B8-D143-BB40-7F114161F8BC}" type="presParOf" srcId="{3BF61212-C7BC-7D45-89BA-C5B9CEDD2A2D}" destId="{178AADFB-1498-554E-9196-8F47D2813A04}" srcOrd="8" destOrd="0" presId="urn:microsoft.com/office/officeart/2005/8/layout/default"/>
    <dgm:cxn modelId="{A3577CE6-D8AC-6E4C-89C3-E8C0A60F96BF}" type="presParOf" srcId="{3BF61212-C7BC-7D45-89BA-C5B9CEDD2A2D}" destId="{A8055853-47EB-984B-92C9-E0DB1DB1A252}" srcOrd="9" destOrd="0" presId="urn:microsoft.com/office/officeart/2005/8/layout/default"/>
    <dgm:cxn modelId="{7035EF55-BD8E-FA43-80A5-62A3E6B7D022}" type="presParOf" srcId="{3BF61212-C7BC-7D45-89BA-C5B9CEDD2A2D}" destId="{CBD62BBA-9002-DD45-B1BF-46BBBEBE1E1B}" srcOrd="10" destOrd="0" presId="urn:microsoft.com/office/officeart/2005/8/layout/default"/>
    <dgm:cxn modelId="{E9ACD5DB-69EC-EF4C-ACF8-64B9FD01C461}" type="presParOf" srcId="{3BF61212-C7BC-7D45-89BA-C5B9CEDD2A2D}" destId="{14507AEF-7BC0-D549-8690-E385F7FE5C08}" srcOrd="11" destOrd="0" presId="urn:microsoft.com/office/officeart/2005/8/layout/default"/>
    <dgm:cxn modelId="{9BA49248-779B-6C4C-9089-83E6A939F953}" type="presParOf" srcId="{3BF61212-C7BC-7D45-89BA-C5B9CEDD2A2D}" destId="{D59619D4-926F-3E46-A3EC-FD6679B886EA}" srcOrd="12" destOrd="0" presId="urn:microsoft.com/office/officeart/2005/8/layout/default"/>
    <dgm:cxn modelId="{D15281F8-0F44-8F46-8FEE-D38A97A26F64}" type="presParOf" srcId="{3BF61212-C7BC-7D45-89BA-C5B9CEDD2A2D}" destId="{43968A4B-B92E-EB4E-A645-76CB17CA94FC}" srcOrd="13" destOrd="0" presId="urn:microsoft.com/office/officeart/2005/8/layout/default"/>
    <dgm:cxn modelId="{656274F7-B316-1D42-866E-4266608DE3F3}" type="presParOf" srcId="{3BF61212-C7BC-7D45-89BA-C5B9CEDD2A2D}" destId="{82C2E393-0847-8243-BF02-2F3B61B17149}" srcOrd="14" destOrd="0" presId="urn:microsoft.com/office/officeart/2005/8/layout/default"/>
    <dgm:cxn modelId="{4C90898B-A9CD-1A4D-80DC-1BBDBF1D0CAF}" type="presParOf" srcId="{3BF61212-C7BC-7D45-89BA-C5B9CEDD2A2D}" destId="{80C6A355-9126-DA4E-82F4-EA46CFD8FE52}" srcOrd="15" destOrd="0" presId="urn:microsoft.com/office/officeart/2005/8/layout/default"/>
    <dgm:cxn modelId="{59BD4EDD-35BF-4C42-ACED-A985BFB43FFA}" type="presParOf" srcId="{3BF61212-C7BC-7D45-89BA-C5B9CEDD2A2D}" destId="{89DA9044-4B83-3B45-970E-010845AE3B1A}" srcOrd="16" destOrd="0" presId="urn:microsoft.com/office/officeart/2005/8/layout/default"/>
    <dgm:cxn modelId="{4284FB30-3841-8142-B425-468B8258D2C1}" type="presParOf" srcId="{3BF61212-C7BC-7D45-89BA-C5B9CEDD2A2D}" destId="{D5F2E554-14C4-AB4B-9485-4B8BA978E0B9}" srcOrd="17" destOrd="0" presId="urn:microsoft.com/office/officeart/2005/8/layout/default"/>
    <dgm:cxn modelId="{F805ECBC-FB67-B142-8CFF-7867F848BF7C}" type="presParOf" srcId="{3BF61212-C7BC-7D45-89BA-C5B9CEDD2A2D}" destId="{9DE4CBA8-13D5-9343-98CF-A4FD169F85C9}" srcOrd="18" destOrd="0" presId="urn:microsoft.com/office/officeart/2005/8/layout/default"/>
    <dgm:cxn modelId="{65223DCA-1E3C-5C4B-9BF9-DED6A20F0D03}" type="presParOf" srcId="{3BF61212-C7BC-7D45-89BA-C5B9CEDD2A2D}" destId="{B4B4EAAF-1D31-214F-9AD6-263EF422CE7A}" srcOrd="19" destOrd="0" presId="urn:microsoft.com/office/officeart/2005/8/layout/default"/>
    <dgm:cxn modelId="{335159BE-357F-2045-80E3-B2C67C63E738}" type="presParOf" srcId="{3BF61212-C7BC-7D45-89BA-C5B9CEDD2A2D}" destId="{9E4BA265-BCFF-B646-9B44-AD2CD981AAE0}" srcOrd="20" destOrd="0" presId="urn:microsoft.com/office/officeart/2005/8/layout/default"/>
    <dgm:cxn modelId="{1AFF6EAC-B57A-CF47-ABDC-64C9153E154B}" type="presParOf" srcId="{3BF61212-C7BC-7D45-89BA-C5B9CEDD2A2D}" destId="{F0EA0EA1-6A05-5041-8387-C502495F5BCB}" srcOrd="21" destOrd="0" presId="urn:microsoft.com/office/officeart/2005/8/layout/default"/>
    <dgm:cxn modelId="{176DE23B-0DF2-094D-B9DF-97CC164511BD}" type="presParOf" srcId="{3BF61212-C7BC-7D45-89BA-C5B9CEDD2A2D}" destId="{4E2AB5CE-1F33-1C44-8266-524256F8E10D}" srcOrd="22" destOrd="0" presId="urn:microsoft.com/office/officeart/2005/8/layout/default"/>
    <dgm:cxn modelId="{EEAAA5D8-082F-7547-8943-791483619241}" type="presParOf" srcId="{3BF61212-C7BC-7D45-89BA-C5B9CEDD2A2D}" destId="{DAB72F58-0D06-C949-B95A-710CE4ACDF87}" srcOrd="23" destOrd="0" presId="urn:microsoft.com/office/officeart/2005/8/layout/default"/>
    <dgm:cxn modelId="{D4CDA11C-B5D3-A64E-B785-46C7FDA1230B}" type="presParOf" srcId="{3BF61212-C7BC-7D45-89BA-C5B9CEDD2A2D}" destId="{37719CB9-AF78-6340-BEBB-3502EA99C064}" srcOrd="24" destOrd="0" presId="urn:microsoft.com/office/officeart/2005/8/layout/default"/>
    <dgm:cxn modelId="{046DF808-F820-594C-84E7-BAF981B65127}" type="presParOf" srcId="{3BF61212-C7BC-7D45-89BA-C5B9CEDD2A2D}" destId="{9C002F87-4FF1-594F-920B-49A9677DB82D}" srcOrd="25" destOrd="0" presId="urn:microsoft.com/office/officeart/2005/8/layout/default"/>
    <dgm:cxn modelId="{3A8B8F4F-D422-5844-9475-0E4558E57661}" type="presParOf" srcId="{3BF61212-C7BC-7D45-89BA-C5B9CEDD2A2D}" destId="{05E388AE-EBF9-3843-B14D-84EA597B00B6}" srcOrd="26" destOrd="0" presId="urn:microsoft.com/office/officeart/2005/8/layout/default"/>
    <dgm:cxn modelId="{A05322D0-D261-5541-B715-38105185777E}" type="presParOf" srcId="{3BF61212-C7BC-7D45-89BA-C5B9CEDD2A2D}" destId="{B6D8F363-359A-8C48-8B90-0B11EDBA0210}" srcOrd="27" destOrd="0" presId="urn:microsoft.com/office/officeart/2005/8/layout/default"/>
    <dgm:cxn modelId="{3A5C6A2C-088F-0342-B95D-ABDECA1A9696}" type="presParOf" srcId="{3BF61212-C7BC-7D45-89BA-C5B9CEDD2A2D}" destId="{4F3FBB1D-6FE1-004F-A50D-5B44A056B9AA}" srcOrd="28" destOrd="0" presId="urn:microsoft.com/office/officeart/2005/8/layout/default"/>
    <dgm:cxn modelId="{62F964E9-AE24-5D4C-A990-4300E2C1326B}" type="presParOf" srcId="{3BF61212-C7BC-7D45-89BA-C5B9CEDD2A2D}" destId="{04AB4457-346F-264D-BAAA-F49EE8D144FC}" srcOrd="29" destOrd="0" presId="urn:microsoft.com/office/officeart/2005/8/layout/default"/>
    <dgm:cxn modelId="{2030338F-F2B4-704A-82C4-1D45343C4C0F}" type="presParOf" srcId="{3BF61212-C7BC-7D45-89BA-C5B9CEDD2A2D}" destId="{15D9C9A2-32A7-1749-88E8-ED9C12A594EE}" srcOrd="30" destOrd="0" presId="urn:microsoft.com/office/officeart/2005/8/layout/default"/>
    <dgm:cxn modelId="{F95281AA-D9D1-6D49-980D-122947609539}" type="presParOf" srcId="{3BF61212-C7BC-7D45-89BA-C5B9CEDD2A2D}" destId="{F1E74A1B-0A79-4946-94B4-2C2301FBD5E5}" srcOrd="31" destOrd="0" presId="urn:microsoft.com/office/officeart/2005/8/layout/default"/>
    <dgm:cxn modelId="{90E85D9B-3063-7F4C-80E2-C8B8191CABAF}" type="presParOf" srcId="{3BF61212-C7BC-7D45-89BA-C5B9CEDD2A2D}" destId="{8E18B412-2153-F246-8205-376799D742EF}" srcOrd="32" destOrd="0" presId="urn:microsoft.com/office/officeart/2005/8/layout/default"/>
    <dgm:cxn modelId="{A19BC87F-B674-FC41-B37D-2768FC9CE6E0}" type="presParOf" srcId="{3BF61212-C7BC-7D45-89BA-C5B9CEDD2A2D}" destId="{98E04568-2844-5048-9E35-978E3D79992E}" srcOrd="33" destOrd="0" presId="urn:microsoft.com/office/officeart/2005/8/layout/default"/>
    <dgm:cxn modelId="{9026A922-1542-CC46-BC92-F65B9F213E6E}" type="presParOf" srcId="{3BF61212-C7BC-7D45-89BA-C5B9CEDD2A2D}" destId="{61438512-62A6-374F-BEA2-6F8B713515A1}" srcOrd="34" destOrd="0" presId="urn:microsoft.com/office/officeart/2005/8/layout/default"/>
    <dgm:cxn modelId="{2D2D3A54-D6BA-AE4C-BD85-C7FFCEAE538D}" type="presParOf" srcId="{3BF61212-C7BC-7D45-89BA-C5B9CEDD2A2D}" destId="{EFDEA61F-F0F6-0546-B97E-1963D911D11A}" srcOrd="35" destOrd="0" presId="urn:microsoft.com/office/officeart/2005/8/layout/default"/>
    <dgm:cxn modelId="{7250388C-F6DA-714D-A42F-8FAD97268271}" type="presParOf" srcId="{3BF61212-C7BC-7D45-89BA-C5B9CEDD2A2D}" destId="{E9B6D324-FC2F-C940-A91F-0BF75312F11C}" srcOrd="36" destOrd="0" presId="urn:microsoft.com/office/officeart/2005/8/layout/default"/>
    <dgm:cxn modelId="{A3FAF45C-A8B3-A54D-879C-281B1DE60EF5}" type="presParOf" srcId="{3BF61212-C7BC-7D45-89BA-C5B9CEDD2A2D}" destId="{A842CFAC-7C4A-E745-9EA4-76087FC02699}" srcOrd="37" destOrd="0" presId="urn:microsoft.com/office/officeart/2005/8/layout/default"/>
    <dgm:cxn modelId="{2FFCE013-CF17-5145-B0CD-C14CDEEFEC47}" type="presParOf" srcId="{3BF61212-C7BC-7D45-89BA-C5B9CEDD2A2D}" destId="{549F6A92-F5D3-A24A-A8D2-F932FB3ED3E5}" srcOrd="38" destOrd="0" presId="urn:microsoft.com/office/officeart/2005/8/layout/default"/>
    <dgm:cxn modelId="{B1C74780-8D82-AD46-8E6F-2011FDE1DB0B}" type="presParOf" srcId="{3BF61212-C7BC-7D45-89BA-C5B9CEDD2A2D}" destId="{758BCD82-5AEB-D049-9CF8-7914A01A00C0}" srcOrd="39" destOrd="0" presId="urn:microsoft.com/office/officeart/2005/8/layout/default"/>
    <dgm:cxn modelId="{EDA283F2-AFD0-BA41-8FE1-4D310C6C13A8}" type="presParOf" srcId="{3BF61212-C7BC-7D45-89BA-C5B9CEDD2A2D}" destId="{3F34D05F-EB90-6840-978F-273CC53A2EDB}" srcOrd="40" destOrd="0" presId="urn:microsoft.com/office/officeart/2005/8/layout/default"/>
    <dgm:cxn modelId="{98DCB487-86CA-9049-AFF7-71F6AD251945}" type="presParOf" srcId="{3BF61212-C7BC-7D45-89BA-C5B9CEDD2A2D}" destId="{36DEB0D8-93A9-6548-8FCA-3CD2C099F460}" srcOrd="41" destOrd="0" presId="urn:microsoft.com/office/officeart/2005/8/layout/default"/>
    <dgm:cxn modelId="{E20BA357-C576-034E-801D-A35A2DAB1606}" type="presParOf" srcId="{3BF61212-C7BC-7D45-89BA-C5B9CEDD2A2D}" destId="{EC3932E0-7868-AF41-992D-D788645DA250}" srcOrd="42" destOrd="0" presId="urn:microsoft.com/office/officeart/2005/8/layout/default"/>
    <dgm:cxn modelId="{51178927-B9CD-8749-BF46-06AC87D45CDB}" type="presParOf" srcId="{3BF61212-C7BC-7D45-89BA-C5B9CEDD2A2D}" destId="{CD29D520-369A-2646-ADAC-0EB1C867F7D9}" srcOrd="43" destOrd="0" presId="urn:microsoft.com/office/officeart/2005/8/layout/default"/>
    <dgm:cxn modelId="{479EA891-A39A-B244-AD5F-FC566503743C}" type="presParOf" srcId="{3BF61212-C7BC-7D45-89BA-C5B9CEDD2A2D}" destId="{AAB6601B-B6D5-2D40-A42D-237F0D4597B7}" srcOrd="44" destOrd="0" presId="urn:microsoft.com/office/officeart/2005/8/layout/default"/>
    <dgm:cxn modelId="{C3A30008-DED5-6E4C-88E6-E5B0F461D132}" type="presParOf" srcId="{3BF61212-C7BC-7D45-89BA-C5B9CEDD2A2D}" destId="{771C1D97-B923-9B4E-9943-4ADF920817CC}" srcOrd="45" destOrd="0" presId="urn:microsoft.com/office/officeart/2005/8/layout/default"/>
    <dgm:cxn modelId="{22738C51-3916-E742-9AFA-857B8AABB33E}" type="presParOf" srcId="{3BF61212-C7BC-7D45-89BA-C5B9CEDD2A2D}" destId="{DFE71796-C6E2-DC46-AB30-3E738F2A15C9}" srcOrd="4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CF2BC6-78DE-4372-8866-007ABA6C3B4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678AB03-42A9-4AA8-96D2-1057DAF37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Statistical theory</a:t>
          </a:r>
        </a:p>
      </dgm:t>
    </dgm:pt>
    <dgm:pt modelId="{BE21235F-C85E-4A64-B623-ECD1D8C53811}" type="parTrans" cxnId="{2FBD3CAD-B9B0-4507-92BD-FA34D64108DF}">
      <dgm:prSet/>
      <dgm:spPr/>
      <dgm:t>
        <a:bodyPr/>
        <a:lstStyle/>
        <a:p>
          <a:endParaRPr lang="en-US"/>
        </a:p>
      </dgm:t>
    </dgm:pt>
    <dgm:pt modelId="{030D9DE3-17EF-4B2D-97B8-73F4D9B238BC}" type="sibTrans" cxnId="{2FBD3CAD-B9B0-4507-92BD-FA34D64108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0000B1-E524-4CFE-8969-50E6120D02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Bayesian methods</a:t>
          </a:r>
        </a:p>
      </dgm:t>
    </dgm:pt>
    <dgm:pt modelId="{79DD96F8-20AC-4A5A-9296-E0B81F6C0AB5}" type="parTrans" cxnId="{0A5CDC03-0AF3-4EA5-8038-31E953F8F5B6}">
      <dgm:prSet/>
      <dgm:spPr/>
      <dgm:t>
        <a:bodyPr/>
        <a:lstStyle/>
        <a:p>
          <a:endParaRPr lang="en-US"/>
        </a:p>
      </dgm:t>
    </dgm:pt>
    <dgm:pt modelId="{D35CA265-EA75-4075-9964-BB32963E54C9}" type="sibTrans" cxnId="{0A5CDC03-0AF3-4EA5-8038-31E953F8F5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3B3E56-D870-4B63-A4CE-8AD97854C3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</a:t>
          </a:r>
        </a:p>
      </dgm:t>
    </dgm:pt>
    <dgm:pt modelId="{6C442326-F514-4CEF-85CD-3CE92885747C}" type="parTrans" cxnId="{FD2143D3-421B-471C-AEE7-664418CB721C}">
      <dgm:prSet/>
      <dgm:spPr/>
      <dgm:t>
        <a:bodyPr/>
        <a:lstStyle/>
        <a:p>
          <a:endParaRPr lang="en-US"/>
        </a:p>
      </dgm:t>
    </dgm:pt>
    <dgm:pt modelId="{4B69C36D-7F0F-49C0-BAB6-A9B97859D4FA}" type="sibTrans" cxnId="{FD2143D3-421B-471C-AEE7-664418CB72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880DE38-4CEB-4F69-B209-A1342FE6C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Advanced programming</a:t>
          </a:r>
        </a:p>
      </dgm:t>
    </dgm:pt>
    <dgm:pt modelId="{17CF5CE2-7B84-4747-B7AA-5CD6F80BB202}" type="parTrans" cxnId="{2734BDEF-9786-4D41-9CBA-5D500C8F1273}">
      <dgm:prSet/>
      <dgm:spPr/>
      <dgm:t>
        <a:bodyPr/>
        <a:lstStyle/>
        <a:p>
          <a:endParaRPr lang="en-US"/>
        </a:p>
      </dgm:t>
    </dgm:pt>
    <dgm:pt modelId="{24F93C92-11E6-4633-BB64-19E9463759BD}" type="sibTrans" cxnId="{2734BDEF-9786-4D41-9CBA-5D500C8F1273}">
      <dgm:prSet/>
      <dgm:spPr/>
      <dgm:t>
        <a:bodyPr/>
        <a:lstStyle/>
        <a:p>
          <a:endParaRPr lang="en-US"/>
        </a:p>
      </dgm:t>
    </dgm:pt>
    <dgm:pt modelId="{BB15B88D-61A5-40C3-B537-F51F41C747D8}" type="pres">
      <dgm:prSet presAssocID="{6ECF2BC6-78DE-4372-8866-007ABA6C3B45}" presName="root" presStyleCnt="0">
        <dgm:presLayoutVars>
          <dgm:dir/>
          <dgm:resizeHandles val="exact"/>
        </dgm:presLayoutVars>
      </dgm:prSet>
      <dgm:spPr/>
    </dgm:pt>
    <dgm:pt modelId="{500FC376-BB8E-4D1E-BF0B-A457C5827DDC}" type="pres">
      <dgm:prSet presAssocID="{6ECF2BC6-78DE-4372-8866-007ABA6C3B45}" presName="container" presStyleCnt="0">
        <dgm:presLayoutVars>
          <dgm:dir/>
          <dgm:resizeHandles val="exact"/>
        </dgm:presLayoutVars>
      </dgm:prSet>
      <dgm:spPr/>
    </dgm:pt>
    <dgm:pt modelId="{52928320-A89C-4A86-83D6-3DD0711104BC}" type="pres">
      <dgm:prSet presAssocID="{9678AB03-42A9-4AA8-96D2-1057DAF37078}" presName="compNode" presStyleCnt="0"/>
      <dgm:spPr/>
    </dgm:pt>
    <dgm:pt modelId="{F16D65A0-16AB-4D64-83A2-0202328B09A1}" type="pres">
      <dgm:prSet presAssocID="{9678AB03-42A9-4AA8-96D2-1057DAF37078}" presName="iconBgRect" presStyleLbl="bgShp" presStyleIdx="0" presStyleCnt="4"/>
      <dgm:spPr/>
    </dgm:pt>
    <dgm:pt modelId="{5D4CB848-BA18-42B1-AB39-0F39D0A4071F}" type="pres">
      <dgm:prSet presAssocID="{9678AB03-42A9-4AA8-96D2-1057DAF3707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AFF7B70-3D6A-4E77-94C6-DF488F5FDE5E}" type="pres">
      <dgm:prSet presAssocID="{9678AB03-42A9-4AA8-96D2-1057DAF37078}" presName="spaceRect" presStyleCnt="0"/>
      <dgm:spPr/>
    </dgm:pt>
    <dgm:pt modelId="{C96C330A-A333-4F6C-8185-1B6FF0F229C2}" type="pres">
      <dgm:prSet presAssocID="{9678AB03-42A9-4AA8-96D2-1057DAF37078}" presName="textRect" presStyleLbl="revTx" presStyleIdx="0" presStyleCnt="4">
        <dgm:presLayoutVars>
          <dgm:chMax val="1"/>
          <dgm:chPref val="1"/>
        </dgm:presLayoutVars>
      </dgm:prSet>
      <dgm:spPr/>
    </dgm:pt>
    <dgm:pt modelId="{30B3B65D-525D-40C7-B187-DFDCC18DB443}" type="pres">
      <dgm:prSet presAssocID="{030D9DE3-17EF-4B2D-97B8-73F4D9B238BC}" presName="sibTrans" presStyleLbl="sibTrans2D1" presStyleIdx="0" presStyleCnt="0"/>
      <dgm:spPr/>
    </dgm:pt>
    <dgm:pt modelId="{2624AF11-4646-48C1-A295-524722EAD303}" type="pres">
      <dgm:prSet presAssocID="{AB0000B1-E524-4CFE-8969-50E6120D021D}" presName="compNode" presStyleCnt="0"/>
      <dgm:spPr/>
    </dgm:pt>
    <dgm:pt modelId="{6D95099B-6718-431B-9CBE-8185205408DD}" type="pres">
      <dgm:prSet presAssocID="{AB0000B1-E524-4CFE-8969-50E6120D021D}" presName="iconBgRect" presStyleLbl="bgShp" presStyleIdx="1" presStyleCnt="4"/>
      <dgm:spPr/>
    </dgm:pt>
    <dgm:pt modelId="{58500AF6-81F9-41AC-8077-A04281E84694}" type="pres">
      <dgm:prSet presAssocID="{AB0000B1-E524-4CFE-8969-50E6120D021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0A0F39-8C3A-4E05-A493-63D49C6D3D7A}" type="pres">
      <dgm:prSet presAssocID="{AB0000B1-E524-4CFE-8969-50E6120D021D}" presName="spaceRect" presStyleCnt="0"/>
      <dgm:spPr/>
    </dgm:pt>
    <dgm:pt modelId="{7D5D7943-FFC4-4A3F-8A0C-F440443FE0AE}" type="pres">
      <dgm:prSet presAssocID="{AB0000B1-E524-4CFE-8969-50E6120D021D}" presName="textRect" presStyleLbl="revTx" presStyleIdx="1" presStyleCnt="4">
        <dgm:presLayoutVars>
          <dgm:chMax val="1"/>
          <dgm:chPref val="1"/>
        </dgm:presLayoutVars>
      </dgm:prSet>
      <dgm:spPr/>
    </dgm:pt>
    <dgm:pt modelId="{B28A27BC-5785-4956-8608-5E150D249488}" type="pres">
      <dgm:prSet presAssocID="{D35CA265-EA75-4075-9964-BB32963E54C9}" presName="sibTrans" presStyleLbl="sibTrans2D1" presStyleIdx="0" presStyleCnt="0"/>
      <dgm:spPr/>
    </dgm:pt>
    <dgm:pt modelId="{B2A7CB90-59D0-4C7B-BEBC-146701E4C010}" type="pres">
      <dgm:prSet presAssocID="{E43B3E56-D870-4B63-A4CE-8AD97854C34D}" presName="compNode" presStyleCnt="0"/>
      <dgm:spPr/>
    </dgm:pt>
    <dgm:pt modelId="{A98564E5-442C-464C-92E6-5E9AD5FA3897}" type="pres">
      <dgm:prSet presAssocID="{E43B3E56-D870-4B63-A4CE-8AD97854C34D}" presName="iconBgRect" presStyleLbl="bgShp" presStyleIdx="2" presStyleCnt="4"/>
      <dgm:spPr/>
    </dgm:pt>
    <dgm:pt modelId="{6E191008-AE93-40B4-826B-B16FEC8A736E}" type="pres">
      <dgm:prSet presAssocID="{E43B3E56-D870-4B63-A4CE-8AD97854C34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E7D5F61-23E5-4E5A-9562-5F4924EE4B87}" type="pres">
      <dgm:prSet presAssocID="{E43B3E56-D870-4B63-A4CE-8AD97854C34D}" presName="spaceRect" presStyleCnt="0"/>
      <dgm:spPr/>
    </dgm:pt>
    <dgm:pt modelId="{7F48073D-71B4-4707-9DFF-830ECB84C42E}" type="pres">
      <dgm:prSet presAssocID="{E43B3E56-D870-4B63-A4CE-8AD97854C34D}" presName="textRect" presStyleLbl="revTx" presStyleIdx="2" presStyleCnt="4">
        <dgm:presLayoutVars>
          <dgm:chMax val="1"/>
          <dgm:chPref val="1"/>
        </dgm:presLayoutVars>
      </dgm:prSet>
      <dgm:spPr/>
    </dgm:pt>
    <dgm:pt modelId="{36C883F0-5A4A-47B9-AD97-749AE9094B11}" type="pres">
      <dgm:prSet presAssocID="{4B69C36D-7F0F-49C0-BAB6-A9B97859D4FA}" presName="sibTrans" presStyleLbl="sibTrans2D1" presStyleIdx="0" presStyleCnt="0"/>
      <dgm:spPr/>
    </dgm:pt>
    <dgm:pt modelId="{6F93EF2B-9C13-42F6-900A-047336A67615}" type="pres">
      <dgm:prSet presAssocID="{5880DE38-4CEB-4F69-B209-A1342FE6C8B0}" presName="compNode" presStyleCnt="0"/>
      <dgm:spPr/>
    </dgm:pt>
    <dgm:pt modelId="{953F12D2-AF84-4954-88B4-75F4A4A7A2C4}" type="pres">
      <dgm:prSet presAssocID="{5880DE38-4CEB-4F69-B209-A1342FE6C8B0}" presName="iconBgRect" presStyleLbl="bgShp" presStyleIdx="3" presStyleCnt="4"/>
      <dgm:spPr/>
    </dgm:pt>
    <dgm:pt modelId="{BB691134-4A8F-43A9-ADCC-2D66D0A15685}" type="pres">
      <dgm:prSet presAssocID="{5880DE38-4CEB-4F69-B209-A1342FE6C8B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3C375BD-770D-4C93-B1AC-2CBE41572071}" type="pres">
      <dgm:prSet presAssocID="{5880DE38-4CEB-4F69-B209-A1342FE6C8B0}" presName="spaceRect" presStyleCnt="0"/>
      <dgm:spPr/>
    </dgm:pt>
    <dgm:pt modelId="{ECFD80D6-11EA-4E14-8F1D-51185F154ACD}" type="pres">
      <dgm:prSet presAssocID="{5880DE38-4CEB-4F69-B209-A1342FE6C8B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A5CDC03-0AF3-4EA5-8038-31E953F8F5B6}" srcId="{6ECF2BC6-78DE-4372-8866-007ABA6C3B45}" destId="{AB0000B1-E524-4CFE-8969-50E6120D021D}" srcOrd="1" destOrd="0" parTransId="{79DD96F8-20AC-4A5A-9296-E0B81F6C0AB5}" sibTransId="{D35CA265-EA75-4075-9964-BB32963E54C9}"/>
    <dgm:cxn modelId="{61F6D42E-497F-9544-A294-DBC34798F259}" type="presOf" srcId="{AB0000B1-E524-4CFE-8969-50E6120D021D}" destId="{7D5D7943-FFC4-4A3F-8A0C-F440443FE0AE}" srcOrd="0" destOrd="0" presId="urn:microsoft.com/office/officeart/2018/2/layout/IconCircleList"/>
    <dgm:cxn modelId="{D8636E3C-D928-734C-BC7A-1D80D6AB4C43}" type="presOf" srcId="{4B69C36D-7F0F-49C0-BAB6-A9B97859D4FA}" destId="{36C883F0-5A4A-47B9-AD97-749AE9094B11}" srcOrd="0" destOrd="0" presId="urn:microsoft.com/office/officeart/2018/2/layout/IconCircleList"/>
    <dgm:cxn modelId="{FDC0D661-FFF1-6244-8A05-90F7F2D12B71}" type="presOf" srcId="{030D9DE3-17EF-4B2D-97B8-73F4D9B238BC}" destId="{30B3B65D-525D-40C7-B187-DFDCC18DB443}" srcOrd="0" destOrd="0" presId="urn:microsoft.com/office/officeart/2018/2/layout/IconCircleList"/>
    <dgm:cxn modelId="{2FC2B995-11F1-044D-8BC1-146DCFA1D2A5}" type="presOf" srcId="{9678AB03-42A9-4AA8-96D2-1057DAF37078}" destId="{C96C330A-A333-4F6C-8185-1B6FF0F229C2}" srcOrd="0" destOrd="0" presId="urn:microsoft.com/office/officeart/2018/2/layout/IconCircleList"/>
    <dgm:cxn modelId="{D34B58A5-986A-1545-B777-D393DBE246FF}" type="presOf" srcId="{6ECF2BC6-78DE-4372-8866-007ABA6C3B45}" destId="{BB15B88D-61A5-40C3-B537-F51F41C747D8}" srcOrd="0" destOrd="0" presId="urn:microsoft.com/office/officeart/2018/2/layout/IconCircleList"/>
    <dgm:cxn modelId="{2FBD3CAD-B9B0-4507-92BD-FA34D64108DF}" srcId="{6ECF2BC6-78DE-4372-8866-007ABA6C3B45}" destId="{9678AB03-42A9-4AA8-96D2-1057DAF37078}" srcOrd="0" destOrd="0" parTransId="{BE21235F-C85E-4A64-B623-ECD1D8C53811}" sibTransId="{030D9DE3-17EF-4B2D-97B8-73F4D9B238BC}"/>
    <dgm:cxn modelId="{870E82C4-CED4-DF40-B055-31EEEDD4FF6F}" type="presOf" srcId="{D35CA265-EA75-4075-9964-BB32963E54C9}" destId="{B28A27BC-5785-4956-8608-5E150D249488}" srcOrd="0" destOrd="0" presId="urn:microsoft.com/office/officeart/2018/2/layout/IconCircleList"/>
    <dgm:cxn modelId="{CE1455C7-0775-654A-89B5-EEA05EB51557}" type="presOf" srcId="{E43B3E56-D870-4B63-A4CE-8AD97854C34D}" destId="{7F48073D-71B4-4707-9DFF-830ECB84C42E}" srcOrd="0" destOrd="0" presId="urn:microsoft.com/office/officeart/2018/2/layout/IconCircleList"/>
    <dgm:cxn modelId="{FD2143D3-421B-471C-AEE7-664418CB721C}" srcId="{6ECF2BC6-78DE-4372-8866-007ABA6C3B45}" destId="{E43B3E56-D870-4B63-A4CE-8AD97854C34D}" srcOrd="2" destOrd="0" parTransId="{6C442326-F514-4CEF-85CD-3CE92885747C}" sibTransId="{4B69C36D-7F0F-49C0-BAB6-A9B97859D4FA}"/>
    <dgm:cxn modelId="{0E94E6E9-A32C-994E-8793-954ACCBB3B1B}" type="presOf" srcId="{5880DE38-4CEB-4F69-B209-A1342FE6C8B0}" destId="{ECFD80D6-11EA-4E14-8F1D-51185F154ACD}" srcOrd="0" destOrd="0" presId="urn:microsoft.com/office/officeart/2018/2/layout/IconCircleList"/>
    <dgm:cxn modelId="{2734BDEF-9786-4D41-9CBA-5D500C8F1273}" srcId="{6ECF2BC6-78DE-4372-8866-007ABA6C3B45}" destId="{5880DE38-4CEB-4F69-B209-A1342FE6C8B0}" srcOrd="3" destOrd="0" parTransId="{17CF5CE2-7B84-4747-B7AA-5CD6F80BB202}" sibTransId="{24F93C92-11E6-4633-BB64-19E9463759BD}"/>
    <dgm:cxn modelId="{FE6442CC-48B0-D84E-AE42-8FAD191F5B3F}" type="presParOf" srcId="{BB15B88D-61A5-40C3-B537-F51F41C747D8}" destId="{500FC376-BB8E-4D1E-BF0B-A457C5827DDC}" srcOrd="0" destOrd="0" presId="urn:microsoft.com/office/officeart/2018/2/layout/IconCircleList"/>
    <dgm:cxn modelId="{FD1646A0-06D4-7747-8D52-D641ED7E8673}" type="presParOf" srcId="{500FC376-BB8E-4D1E-BF0B-A457C5827DDC}" destId="{52928320-A89C-4A86-83D6-3DD0711104BC}" srcOrd="0" destOrd="0" presId="urn:microsoft.com/office/officeart/2018/2/layout/IconCircleList"/>
    <dgm:cxn modelId="{37C94E28-87D5-F94B-9187-306450F6174D}" type="presParOf" srcId="{52928320-A89C-4A86-83D6-3DD0711104BC}" destId="{F16D65A0-16AB-4D64-83A2-0202328B09A1}" srcOrd="0" destOrd="0" presId="urn:microsoft.com/office/officeart/2018/2/layout/IconCircleList"/>
    <dgm:cxn modelId="{202D53D9-B2F8-3D4B-8EB6-3D5A8F30C1EC}" type="presParOf" srcId="{52928320-A89C-4A86-83D6-3DD0711104BC}" destId="{5D4CB848-BA18-42B1-AB39-0F39D0A4071F}" srcOrd="1" destOrd="0" presId="urn:microsoft.com/office/officeart/2018/2/layout/IconCircleList"/>
    <dgm:cxn modelId="{F96B5E8A-A79D-8548-A985-46CD12172624}" type="presParOf" srcId="{52928320-A89C-4A86-83D6-3DD0711104BC}" destId="{7AFF7B70-3D6A-4E77-94C6-DF488F5FDE5E}" srcOrd="2" destOrd="0" presId="urn:microsoft.com/office/officeart/2018/2/layout/IconCircleList"/>
    <dgm:cxn modelId="{598BF530-D1FE-7147-B762-40C993862847}" type="presParOf" srcId="{52928320-A89C-4A86-83D6-3DD0711104BC}" destId="{C96C330A-A333-4F6C-8185-1B6FF0F229C2}" srcOrd="3" destOrd="0" presId="urn:microsoft.com/office/officeart/2018/2/layout/IconCircleList"/>
    <dgm:cxn modelId="{CE792D4A-102E-2A42-8617-C9951879DAF1}" type="presParOf" srcId="{500FC376-BB8E-4D1E-BF0B-A457C5827DDC}" destId="{30B3B65D-525D-40C7-B187-DFDCC18DB443}" srcOrd="1" destOrd="0" presId="urn:microsoft.com/office/officeart/2018/2/layout/IconCircleList"/>
    <dgm:cxn modelId="{9C1E5AAC-1B1C-D742-9010-53BB04D60DE7}" type="presParOf" srcId="{500FC376-BB8E-4D1E-BF0B-A457C5827DDC}" destId="{2624AF11-4646-48C1-A295-524722EAD303}" srcOrd="2" destOrd="0" presId="urn:microsoft.com/office/officeart/2018/2/layout/IconCircleList"/>
    <dgm:cxn modelId="{C702804B-9EDE-E94A-8B44-557610A1BC9A}" type="presParOf" srcId="{2624AF11-4646-48C1-A295-524722EAD303}" destId="{6D95099B-6718-431B-9CBE-8185205408DD}" srcOrd="0" destOrd="0" presId="urn:microsoft.com/office/officeart/2018/2/layout/IconCircleList"/>
    <dgm:cxn modelId="{8C64F53F-962B-514A-86C4-70931F4F9625}" type="presParOf" srcId="{2624AF11-4646-48C1-A295-524722EAD303}" destId="{58500AF6-81F9-41AC-8077-A04281E84694}" srcOrd="1" destOrd="0" presId="urn:microsoft.com/office/officeart/2018/2/layout/IconCircleList"/>
    <dgm:cxn modelId="{3C75E6A3-CD3C-D94C-B760-75B30FE71CA1}" type="presParOf" srcId="{2624AF11-4646-48C1-A295-524722EAD303}" destId="{2C0A0F39-8C3A-4E05-A493-63D49C6D3D7A}" srcOrd="2" destOrd="0" presId="urn:microsoft.com/office/officeart/2018/2/layout/IconCircleList"/>
    <dgm:cxn modelId="{175B74A2-6437-2A48-909F-7A3ABC2ED399}" type="presParOf" srcId="{2624AF11-4646-48C1-A295-524722EAD303}" destId="{7D5D7943-FFC4-4A3F-8A0C-F440443FE0AE}" srcOrd="3" destOrd="0" presId="urn:microsoft.com/office/officeart/2018/2/layout/IconCircleList"/>
    <dgm:cxn modelId="{8ED4B546-BD25-9345-9B74-20AB3D35459D}" type="presParOf" srcId="{500FC376-BB8E-4D1E-BF0B-A457C5827DDC}" destId="{B28A27BC-5785-4956-8608-5E150D249488}" srcOrd="3" destOrd="0" presId="urn:microsoft.com/office/officeart/2018/2/layout/IconCircleList"/>
    <dgm:cxn modelId="{3B5A82D8-5470-6442-AFED-FD43335CF3F7}" type="presParOf" srcId="{500FC376-BB8E-4D1E-BF0B-A457C5827DDC}" destId="{B2A7CB90-59D0-4C7B-BEBC-146701E4C010}" srcOrd="4" destOrd="0" presId="urn:microsoft.com/office/officeart/2018/2/layout/IconCircleList"/>
    <dgm:cxn modelId="{93FD9E4D-24D1-0F4E-A03C-1D6D6D2B2431}" type="presParOf" srcId="{B2A7CB90-59D0-4C7B-BEBC-146701E4C010}" destId="{A98564E5-442C-464C-92E6-5E9AD5FA3897}" srcOrd="0" destOrd="0" presId="urn:microsoft.com/office/officeart/2018/2/layout/IconCircleList"/>
    <dgm:cxn modelId="{BD203682-EA06-1C48-BD06-D7F1A440F3A7}" type="presParOf" srcId="{B2A7CB90-59D0-4C7B-BEBC-146701E4C010}" destId="{6E191008-AE93-40B4-826B-B16FEC8A736E}" srcOrd="1" destOrd="0" presId="urn:microsoft.com/office/officeart/2018/2/layout/IconCircleList"/>
    <dgm:cxn modelId="{96E806D7-39D5-8C4D-8C83-632F2DA24C9E}" type="presParOf" srcId="{B2A7CB90-59D0-4C7B-BEBC-146701E4C010}" destId="{3E7D5F61-23E5-4E5A-9562-5F4924EE4B87}" srcOrd="2" destOrd="0" presId="urn:microsoft.com/office/officeart/2018/2/layout/IconCircleList"/>
    <dgm:cxn modelId="{095160BB-FF1B-FE4A-8C0D-F4793AE13D75}" type="presParOf" srcId="{B2A7CB90-59D0-4C7B-BEBC-146701E4C010}" destId="{7F48073D-71B4-4707-9DFF-830ECB84C42E}" srcOrd="3" destOrd="0" presId="urn:microsoft.com/office/officeart/2018/2/layout/IconCircleList"/>
    <dgm:cxn modelId="{5FF92C27-F9A1-AA49-B3FA-200242412166}" type="presParOf" srcId="{500FC376-BB8E-4D1E-BF0B-A457C5827DDC}" destId="{36C883F0-5A4A-47B9-AD97-749AE9094B11}" srcOrd="5" destOrd="0" presId="urn:microsoft.com/office/officeart/2018/2/layout/IconCircleList"/>
    <dgm:cxn modelId="{24F0D994-26FE-1E48-BB9F-E34FC39A3CD3}" type="presParOf" srcId="{500FC376-BB8E-4D1E-BF0B-A457C5827DDC}" destId="{6F93EF2B-9C13-42F6-900A-047336A67615}" srcOrd="6" destOrd="0" presId="urn:microsoft.com/office/officeart/2018/2/layout/IconCircleList"/>
    <dgm:cxn modelId="{26656A2B-EAA9-3B4E-8428-B65C1C8BF44C}" type="presParOf" srcId="{6F93EF2B-9C13-42F6-900A-047336A67615}" destId="{953F12D2-AF84-4954-88B4-75F4A4A7A2C4}" srcOrd="0" destOrd="0" presId="urn:microsoft.com/office/officeart/2018/2/layout/IconCircleList"/>
    <dgm:cxn modelId="{11A91B8E-0197-8F4C-AC13-D1AC8755D0E0}" type="presParOf" srcId="{6F93EF2B-9C13-42F6-900A-047336A67615}" destId="{BB691134-4A8F-43A9-ADCC-2D66D0A15685}" srcOrd="1" destOrd="0" presId="urn:microsoft.com/office/officeart/2018/2/layout/IconCircleList"/>
    <dgm:cxn modelId="{EDC18B71-E669-EB4D-B00D-0D472437BE22}" type="presParOf" srcId="{6F93EF2B-9C13-42F6-900A-047336A67615}" destId="{43C375BD-770D-4C93-B1AC-2CBE41572071}" srcOrd="2" destOrd="0" presId="urn:microsoft.com/office/officeart/2018/2/layout/IconCircleList"/>
    <dgm:cxn modelId="{92BE3B01-D3CA-9C4E-8778-FA9793D421B0}" type="presParOf" srcId="{6F93EF2B-9C13-42F6-900A-047336A67615}" destId="{ECFD80D6-11EA-4E14-8F1D-51185F154AC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5D350-3854-144E-8E2B-407873406353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2D435-EC3C-C547-9AE3-3512803D7668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Born in 1960 in southwest Washington DC</a:t>
          </a:r>
        </a:p>
      </dsp:txBody>
      <dsp:txXfrm>
        <a:off x="0" y="2703"/>
        <a:ext cx="6900512" cy="921789"/>
      </dsp:txXfrm>
    </dsp:sp>
    <dsp:sp modelId="{3C06D05A-2DA1-E143-BEFC-48DD9346A8D7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68692-C6B7-C34C-B403-68C6A7D550D7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PhD in Biostatistics from Yale University in 1988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dirty="0">
              <a:solidFill>
                <a:schemeClr val="tx1">
                  <a:lumMod val="50000"/>
                  <a:lumOff val="50000"/>
                </a:schemeClr>
              </a:solidFill>
            </a:rPr>
            <a:t>TR Holford, MB Bracken</a:t>
          </a:r>
        </a:p>
      </dsp:txBody>
      <dsp:txXfrm>
        <a:off x="0" y="924492"/>
        <a:ext cx="6900512" cy="921789"/>
      </dsp:txXfrm>
    </dsp:sp>
    <dsp:sp modelId="{31E4B7EB-E188-9947-B4EE-E65D79F0E3E9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98146-CD47-B642-B0B0-81D991A50991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Married, 3 children</a:t>
          </a:r>
        </a:p>
      </dsp:txBody>
      <dsp:txXfrm>
        <a:off x="0" y="1846281"/>
        <a:ext cx="6900512" cy="921789"/>
      </dsp:txXfrm>
    </dsp:sp>
    <dsp:sp modelId="{43A93197-89A0-624C-9132-829C286A813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2EA0D-3D48-1A42-9AE5-88A66AC6A15A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Lifer at the NCI (1988 – 2025)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dirty="0">
              <a:solidFill>
                <a:schemeClr val="tx1">
                  <a:lumMod val="50000"/>
                  <a:lumOff val="50000"/>
                </a:schemeClr>
              </a:solidFill>
            </a:rPr>
            <a:t>MH Gail, BP Alter, WF Anderson</a:t>
          </a:r>
        </a:p>
      </dsp:txBody>
      <dsp:txXfrm>
        <a:off x="0" y="2768070"/>
        <a:ext cx="6900512" cy="921789"/>
      </dsp:txXfrm>
    </dsp:sp>
    <dsp:sp modelId="{C1C2FC0D-C1D9-634A-9FAA-5B6C545B1DA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9ABFA-9796-1C4F-AF71-7B47C6DE5020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Currently affiliated with QIMR, ACS, IARC</a:t>
          </a:r>
        </a:p>
      </dsp:txBody>
      <dsp:txXfrm>
        <a:off x="0" y="3689859"/>
        <a:ext cx="6900512" cy="921789"/>
      </dsp:txXfrm>
    </dsp:sp>
    <dsp:sp modelId="{6B4AAB88-E0F5-C44F-A16B-BE325D81DE7B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2FCE1-EE66-A94E-AFA5-B6D3937607F1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Interests and hobbies include fitness, dogs and music</a:t>
          </a:r>
        </a:p>
      </dsp:txBody>
      <dsp:txXfrm>
        <a:off x="0" y="4611648"/>
        <a:ext cx="6900512" cy="921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C5359-657F-CF42-A818-0E6B6CC45991}">
      <dsp:nvSpPr>
        <dsp:cNvPr id="0" name=""/>
        <dsp:cNvSpPr/>
      </dsp:nvSpPr>
      <dsp:spPr>
        <a:xfrm>
          <a:off x="417530" y="212"/>
          <a:ext cx="1552733" cy="93164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Adalberto Miranda-Filho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417530" y="212"/>
        <a:ext cx="1552733" cy="931640"/>
      </dsp:txXfrm>
    </dsp:sp>
    <dsp:sp modelId="{2E6C630C-86B6-8447-BDB3-A499BF241D56}">
      <dsp:nvSpPr>
        <dsp:cNvPr id="0" name=""/>
        <dsp:cNvSpPr/>
      </dsp:nvSpPr>
      <dsp:spPr>
        <a:xfrm>
          <a:off x="2125537" y="212"/>
          <a:ext cx="1552733" cy="931640"/>
        </a:xfrm>
        <a:prstGeom prst="rect">
          <a:avLst/>
        </a:prstGeom>
        <a:solidFill>
          <a:schemeClr val="accent5">
            <a:hueOff val="-293850"/>
            <a:satOff val="-757"/>
            <a:lumOff val="-5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William F Anderson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2125537" y="212"/>
        <a:ext cx="1552733" cy="931640"/>
      </dsp:txXfrm>
    </dsp:sp>
    <dsp:sp modelId="{B361D4CA-98CC-A145-BEE4-0185639B23ED}">
      <dsp:nvSpPr>
        <dsp:cNvPr id="0" name=""/>
        <dsp:cNvSpPr/>
      </dsp:nvSpPr>
      <dsp:spPr>
        <a:xfrm>
          <a:off x="3833544" y="212"/>
          <a:ext cx="1552733" cy="931640"/>
        </a:xfrm>
        <a:prstGeom prst="rect">
          <a:avLst/>
        </a:prstGeom>
        <a:solidFill>
          <a:schemeClr val="accent5">
            <a:hueOff val="-587699"/>
            <a:satOff val="-1515"/>
            <a:lumOff val="-10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Ana F Best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3833544" y="212"/>
        <a:ext cx="1552733" cy="931640"/>
      </dsp:txXfrm>
    </dsp:sp>
    <dsp:sp modelId="{2151FF98-6AB0-F547-AE71-58BE3DC6A151}">
      <dsp:nvSpPr>
        <dsp:cNvPr id="0" name=""/>
        <dsp:cNvSpPr/>
      </dsp:nvSpPr>
      <dsp:spPr>
        <a:xfrm>
          <a:off x="5541551" y="212"/>
          <a:ext cx="1552733" cy="931640"/>
        </a:xfrm>
        <a:prstGeom prst="rect">
          <a:avLst/>
        </a:prstGeom>
        <a:solidFill>
          <a:schemeClr val="accent5">
            <a:hueOff val="-881549"/>
            <a:satOff val="-2272"/>
            <a:lumOff val="-15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Pavel Chernyavskiy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5541551" y="212"/>
        <a:ext cx="1552733" cy="931640"/>
      </dsp:txXfrm>
    </dsp:sp>
    <dsp:sp modelId="{178AADFB-1498-554E-9196-8F47D2813A04}">
      <dsp:nvSpPr>
        <dsp:cNvPr id="0" name=""/>
        <dsp:cNvSpPr/>
      </dsp:nvSpPr>
      <dsp:spPr>
        <a:xfrm>
          <a:off x="7249558" y="212"/>
          <a:ext cx="1552733" cy="931640"/>
        </a:xfrm>
        <a:prstGeom prst="rect">
          <a:avLst/>
        </a:prstGeom>
        <a:solidFill>
          <a:schemeClr val="accent5">
            <a:hueOff val="-1175399"/>
            <a:satOff val="-3029"/>
            <a:lumOff val="-2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Mark P Little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7249558" y="212"/>
        <a:ext cx="1552733" cy="931640"/>
      </dsp:txXfrm>
    </dsp:sp>
    <dsp:sp modelId="{CBD62BBA-9002-DD45-B1BF-46BBBEBE1E1B}">
      <dsp:nvSpPr>
        <dsp:cNvPr id="0" name=""/>
        <dsp:cNvSpPr/>
      </dsp:nvSpPr>
      <dsp:spPr>
        <a:xfrm>
          <a:off x="8957564" y="212"/>
          <a:ext cx="1552733" cy="931640"/>
        </a:xfrm>
        <a:prstGeom prst="rect">
          <a:avLst/>
        </a:prstGeom>
        <a:solidFill>
          <a:schemeClr val="accent5">
            <a:hueOff val="-1469248"/>
            <a:satOff val="-3787"/>
            <a:lumOff val="-25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Hormuzd A Katki</a:t>
          </a:r>
        </a:p>
      </dsp:txBody>
      <dsp:txXfrm>
        <a:off x="8957564" y="212"/>
        <a:ext cx="1552733" cy="931640"/>
      </dsp:txXfrm>
    </dsp:sp>
    <dsp:sp modelId="{D59619D4-926F-3E46-A3EC-FD6679B886EA}">
      <dsp:nvSpPr>
        <dsp:cNvPr id="0" name=""/>
        <dsp:cNvSpPr/>
      </dsp:nvSpPr>
      <dsp:spPr>
        <a:xfrm>
          <a:off x="417530" y="1087125"/>
          <a:ext cx="1552733" cy="931640"/>
        </a:xfrm>
        <a:prstGeom prst="rect">
          <a:avLst/>
        </a:prstGeom>
        <a:solidFill>
          <a:schemeClr val="accent5">
            <a:hueOff val="-1763098"/>
            <a:satOff val="-4544"/>
            <a:lumOff val="-30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David C Whiteman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417530" y="1087125"/>
        <a:ext cx="1552733" cy="931640"/>
      </dsp:txXfrm>
    </dsp:sp>
    <dsp:sp modelId="{82C2E393-0847-8243-BF02-2F3B61B17149}">
      <dsp:nvSpPr>
        <dsp:cNvPr id="0" name=""/>
        <dsp:cNvSpPr/>
      </dsp:nvSpPr>
      <dsp:spPr>
        <a:xfrm>
          <a:off x="2125537" y="1087125"/>
          <a:ext cx="1552733" cy="931640"/>
        </a:xfrm>
        <a:prstGeom prst="rect">
          <a:avLst/>
        </a:prstGeom>
        <a:solidFill>
          <a:schemeClr val="accent5">
            <a:hueOff val="-2056948"/>
            <a:satOff val="-5301"/>
            <a:lumOff val="-35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Aryana Arsham</a:t>
          </a:r>
        </a:p>
      </dsp:txBody>
      <dsp:txXfrm>
        <a:off x="2125537" y="1087125"/>
        <a:ext cx="1552733" cy="931640"/>
      </dsp:txXfrm>
    </dsp:sp>
    <dsp:sp modelId="{89DA9044-4B83-3B45-970E-010845AE3B1A}">
      <dsp:nvSpPr>
        <dsp:cNvPr id="0" name=""/>
        <dsp:cNvSpPr/>
      </dsp:nvSpPr>
      <dsp:spPr>
        <a:xfrm>
          <a:off x="3833544" y="1087125"/>
          <a:ext cx="1552733" cy="931640"/>
        </a:xfrm>
        <a:prstGeom prst="rect">
          <a:avLst/>
        </a:prstGeom>
        <a:solidFill>
          <a:schemeClr val="accent5">
            <a:hueOff val="-2350798"/>
            <a:satOff val="-6059"/>
            <a:lumOff val="-40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Sonya Bhala</a:t>
          </a:r>
        </a:p>
      </dsp:txBody>
      <dsp:txXfrm>
        <a:off x="3833544" y="1087125"/>
        <a:ext cx="1552733" cy="931640"/>
      </dsp:txXfrm>
    </dsp:sp>
    <dsp:sp modelId="{9DE4CBA8-13D5-9343-98CF-A4FD169F85C9}">
      <dsp:nvSpPr>
        <dsp:cNvPr id="0" name=""/>
        <dsp:cNvSpPr/>
      </dsp:nvSpPr>
      <dsp:spPr>
        <a:xfrm>
          <a:off x="5541551" y="1087125"/>
          <a:ext cx="1552733" cy="931640"/>
        </a:xfrm>
        <a:prstGeom prst="rect">
          <a:avLst/>
        </a:prstGeom>
        <a:solidFill>
          <a:schemeClr val="accent5">
            <a:hueOff val="-2644647"/>
            <a:satOff val="-6816"/>
            <a:lumOff val="-46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Quiera Booker</a:t>
          </a:r>
        </a:p>
      </dsp:txBody>
      <dsp:txXfrm>
        <a:off x="5541551" y="1087125"/>
        <a:ext cx="1552733" cy="931640"/>
      </dsp:txXfrm>
    </dsp:sp>
    <dsp:sp modelId="{9E4BA265-BCFF-B646-9B44-AD2CD981AAE0}">
      <dsp:nvSpPr>
        <dsp:cNvPr id="0" name=""/>
        <dsp:cNvSpPr/>
      </dsp:nvSpPr>
      <dsp:spPr>
        <a:xfrm>
          <a:off x="7249558" y="1087125"/>
          <a:ext cx="1552733" cy="931640"/>
        </a:xfrm>
        <a:prstGeom prst="rect">
          <a:avLst/>
        </a:prstGeom>
        <a:solidFill>
          <a:schemeClr val="accent5">
            <a:hueOff val="-2938497"/>
            <a:satOff val="-7573"/>
            <a:lumOff val="-51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Anil K Chaturvedi</a:t>
          </a:r>
        </a:p>
      </dsp:txBody>
      <dsp:txXfrm>
        <a:off x="7249558" y="1087125"/>
        <a:ext cx="1552733" cy="931640"/>
      </dsp:txXfrm>
    </dsp:sp>
    <dsp:sp modelId="{4E2AB5CE-1F33-1C44-8266-524256F8E10D}">
      <dsp:nvSpPr>
        <dsp:cNvPr id="0" name=""/>
        <dsp:cNvSpPr/>
      </dsp:nvSpPr>
      <dsp:spPr>
        <a:xfrm>
          <a:off x="8957564" y="1087125"/>
          <a:ext cx="1552733" cy="931640"/>
        </a:xfrm>
        <a:prstGeom prst="rect">
          <a:avLst/>
        </a:prstGeom>
        <a:solidFill>
          <a:schemeClr val="accent5">
            <a:hueOff val="-3232347"/>
            <a:satOff val="-8331"/>
            <a:lumOff val="-5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David P Check</a:t>
          </a:r>
        </a:p>
      </dsp:txBody>
      <dsp:txXfrm>
        <a:off x="8957564" y="1087125"/>
        <a:ext cx="1552733" cy="931640"/>
      </dsp:txXfrm>
    </dsp:sp>
    <dsp:sp modelId="{37719CB9-AF78-6340-BEBB-3502EA99C064}">
      <dsp:nvSpPr>
        <dsp:cNvPr id="0" name=""/>
        <dsp:cNvSpPr/>
      </dsp:nvSpPr>
      <dsp:spPr>
        <a:xfrm>
          <a:off x="417530" y="2174039"/>
          <a:ext cx="1552733" cy="931640"/>
        </a:xfrm>
        <a:prstGeom prst="rect">
          <a:avLst/>
        </a:prstGeom>
        <a:solidFill>
          <a:schemeClr val="accent5">
            <a:hueOff val="-3526196"/>
            <a:satOff val="-9088"/>
            <a:lumOff val="-6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Michael B Cook</a:t>
          </a:r>
        </a:p>
      </dsp:txBody>
      <dsp:txXfrm>
        <a:off x="417530" y="2174039"/>
        <a:ext cx="1552733" cy="931640"/>
      </dsp:txXfrm>
    </dsp:sp>
    <dsp:sp modelId="{05E388AE-EBF9-3843-B14D-84EA597B00B6}">
      <dsp:nvSpPr>
        <dsp:cNvPr id="0" name=""/>
        <dsp:cNvSpPr/>
      </dsp:nvSpPr>
      <dsp:spPr>
        <a:xfrm>
          <a:off x="2125537" y="2174039"/>
          <a:ext cx="1552733" cy="931640"/>
        </a:xfrm>
        <a:prstGeom prst="rect">
          <a:avLst/>
        </a:prstGeom>
        <a:solidFill>
          <a:schemeClr val="accent5">
            <a:hueOff val="-3820046"/>
            <a:satOff val="-9846"/>
            <a:lumOff val="-66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Lynn BC Davis</a:t>
          </a:r>
        </a:p>
      </dsp:txBody>
      <dsp:txXfrm>
        <a:off x="2125537" y="2174039"/>
        <a:ext cx="1552733" cy="931640"/>
      </dsp:txXfrm>
    </dsp:sp>
    <dsp:sp modelId="{4F3FBB1D-6FE1-004F-A50D-5B44A056B9AA}">
      <dsp:nvSpPr>
        <dsp:cNvPr id="0" name=""/>
        <dsp:cNvSpPr/>
      </dsp:nvSpPr>
      <dsp:spPr>
        <a:xfrm>
          <a:off x="3833544" y="2174039"/>
          <a:ext cx="1552733" cy="931640"/>
        </a:xfrm>
        <a:prstGeom prst="rect">
          <a:avLst/>
        </a:prstGeom>
        <a:solidFill>
          <a:schemeClr val="accent5">
            <a:hueOff val="-4113896"/>
            <a:satOff val="-10603"/>
            <a:lumOff val="-71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Julia Elrod</a:t>
          </a:r>
        </a:p>
      </dsp:txBody>
      <dsp:txXfrm>
        <a:off x="3833544" y="2174039"/>
        <a:ext cx="1552733" cy="931640"/>
      </dsp:txXfrm>
    </dsp:sp>
    <dsp:sp modelId="{15D9C9A2-32A7-1749-88E8-ED9C12A594EE}">
      <dsp:nvSpPr>
        <dsp:cNvPr id="0" name=""/>
        <dsp:cNvSpPr/>
      </dsp:nvSpPr>
      <dsp:spPr>
        <a:xfrm>
          <a:off x="5541551" y="2174039"/>
          <a:ext cx="1552733" cy="931640"/>
        </a:xfrm>
        <a:prstGeom prst="rect">
          <a:avLst/>
        </a:prstGeom>
        <a:solidFill>
          <a:schemeClr val="accent5">
            <a:hueOff val="-4407746"/>
            <a:satOff val="-11360"/>
            <a:lumOff val="-76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Jonine Figueroa</a:t>
          </a:r>
        </a:p>
      </dsp:txBody>
      <dsp:txXfrm>
        <a:off x="5541551" y="2174039"/>
        <a:ext cx="1552733" cy="931640"/>
      </dsp:txXfrm>
    </dsp:sp>
    <dsp:sp modelId="{8E18B412-2153-F246-8205-376799D742EF}">
      <dsp:nvSpPr>
        <dsp:cNvPr id="0" name=""/>
        <dsp:cNvSpPr/>
      </dsp:nvSpPr>
      <dsp:spPr>
        <a:xfrm>
          <a:off x="7249558" y="2174039"/>
          <a:ext cx="1552733" cy="931640"/>
        </a:xfrm>
        <a:prstGeom prst="rect">
          <a:avLst/>
        </a:prstGeom>
        <a:solidFill>
          <a:schemeClr val="accent5">
            <a:hueOff val="-4701595"/>
            <a:satOff val="-12118"/>
            <a:lumOff val="-81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Gretchen L Gierach</a:t>
          </a:r>
        </a:p>
      </dsp:txBody>
      <dsp:txXfrm>
        <a:off x="7249558" y="2174039"/>
        <a:ext cx="1552733" cy="931640"/>
      </dsp:txXfrm>
    </dsp:sp>
    <dsp:sp modelId="{61438512-62A6-374F-BEA2-6F8B713515A1}">
      <dsp:nvSpPr>
        <dsp:cNvPr id="0" name=""/>
        <dsp:cNvSpPr/>
      </dsp:nvSpPr>
      <dsp:spPr>
        <a:xfrm>
          <a:off x="8957564" y="2174039"/>
          <a:ext cx="1552733" cy="931640"/>
        </a:xfrm>
        <a:prstGeom prst="rect">
          <a:avLst/>
        </a:prstGeom>
        <a:solidFill>
          <a:schemeClr val="accent5">
            <a:hueOff val="-4995444"/>
            <a:satOff val="-12875"/>
            <a:lumOff val="-86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Chenxi Jiang</a:t>
          </a:r>
        </a:p>
      </dsp:txBody>
      <dsp:txXfrm>
        <a:off x="8957564" y="2174039"/>
        <a:ext cx="1552733" cy="931640"/>
      </dsp:txXfrm>
    </dsp:sp>
    <dsp:sp modelId="{E9B6D324-FC2F-C940-A91F-0BF75312F11C}">
      <dsp:nvSpPr>
        <dsp:cNvPr id="0" name=""/>
        <dsp:cNvSpPr/>
      </dsp:nvSpPr>
      <dsp:spPr>
        <a:xfrm>
          <a:off x="417530" y="3260952"/>
          <a:ext cx="1552733" cy="931640"/>
        </a:xfrm>
        <a:prstGeom prst="rect">
          <a:avLst/>
        </a:prstGeom>
        <a:solidFill>
          <a:schemeClr val="accent5">
            <a:hueOff val="-5289294"/>
            <a:satOff val="-13632"/>
            <a:lumOff val="-92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Scott P Kelly</a:t>
          </a:r>
        </a:p>
      </dsp:txBody>
      <dsp:txXfrm>
        <a:off x="417530" y="3260952"/>
        <a:ext cx="1552733" cy="931640"/>
      </dsp:txXfrm>
    </dsp:sp>
    <dsp:sp modelId="{549F6A92-F5D3-A24A-A8D2-F932FB3ED3E5}">
      <dsp:nvSpPr>
        <dsp:cNvPr id="0" name=""/>
        <dsp:cNvSpPr/>
      </dsp:nvSpPr>
      <dsp:spPr>
        <a:xfrm>
          <a:off x="2125537" y="3260952"/>
          <a:ext cx="1552733" cy="931640"/>
        </a:xfrm>
        <a:prstGeom prst="rect">
          <a:avLst/>
        </a:prstGeom>
        <a:solidFill>
          <a:schemeClr val="accent5">
            <a:hueOff val="-5583144"/>
            <a:satOff val="-14390"/>
            <a:lumOff val="-9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Victoria Kennerly</a:t>
          </a:r>
        </a:p>
      </dsp:txBody>
      <dsp:txXfrm>
        <a:off x="2125537" y="3260952"/>
        <a:ext cx="1552733" cy="931640"/>
      </dsp:txXfrm>
    </dsp:sp>
    <dsp:sp modelId="{3F34D05F-EB90-6840-978F-273CC53A2EDB}">
      <dsp:nvSpPr>
        <dsp:cNvPr id="0" name=""/>
        <dsp:cNvSpPr/>
      </dsp:nvSpPr>
      <dsp:spPr>
        <a:xfrm>
          <a:off x="3833544" y="3260952"/>
          <a:ext cx="1552733" cy="931640"/>
        </a:xfrm>
        <a:prstGeom prst="rect">
          <a:avLst/>
        </a:prstGeom>
        <a:solidFill>
          <a:schemeClr val="accent5">
            <a:hueOff val="-5876993"/>
            <a:satOff val="-15147"/>
            <a:lumOff val="-102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Catherine M Olsen</a:t>
          </a:r>
        </a:p>
      </dsp:txBody>
      <dsp:txXfrm>
        <a:off x="3833544" y="3260952"/>
        <a:ext cx="1552733" cy="931640"/>
      </dsp:txXfrm>
    </dsp:sp>
    <dsp:sp modelId="{EC3932E0-7868-AF41-992D-D788645DA250}">
      <dsp:nvSpPr>
        <dsp:cNvPr id="0" name=""/>
        <dsp:cNvSpPr/>
      </dsp:nvSpPr>
      <dsp:spPr>
        <a:xfrm>
          <a:off x="5541551" y="3260952"/>
          <a:ext cx="1552733" cy="931640"/>
        </a:xfrm>
        <a:prstGeom prst="rect">
          <a:avLst/>
        </a:prstGeom>
        <a:solidFill>
          <a:schemeClr val="accent5">
            <a:hueOff val="-6170843"/>
            <a:satOff val="-15904"/>
            <a:lumOff val="-107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Nirmala Pandeya</a:t>
          </a:r>
        </a:p>
      </dsp:txBody>
      <dsp:txXfrm>
        <a:off x="5541551" y="3260952"/>
        <a:ext cx="1552733" cy="931640"/>
      </dsp:txXfrm>
    </dsp:sp>
    <dsp:sp modelId="{AAB6601B-B6D5-2D40-A42D-237F0D4597B7}">
      <dsp:nvSpPr>
        <dsp:cNvPr id="0" name=""/>
        <dsp:cNvSpPr/>
      </dsp:nvSpPr>
      <dsp:spPr>
        <a:xfrm>
          <a:off x="7249558" y="3260952"/>
          <a:ext cx="1552733" cy="931640"/>
        </a:xfrm>
        <a:prstGeom prst="rect">
          <a:avLst/>
        </a:prstGeom>
        <a:solidFill>
          <a:schemeClr val="accent5">
            <a:hueOff val="-6464693"/>
            <a:satOff val="-16662"/>
            <a:lumOff val="-112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Khushali Shah</a:t>
          </a:r>
        </a:p>
      </dsp:txBody>
      <dsp:txXfrm>
        <a:off x="7249558" y="3260952"/>
        <a:ext cx="1552733" cy="931640"/>
      </dsp:txXfrm>
    </dsp:sp>
    <dsp:sp modelId="{DFE71796-C6E2-DC46-AB30-3E738F2A15C9}">
      <dsp:nvSpPr>
        <dsp:cNvPr id="0" name=""/>
        <dsp:cNvSpPr/>
      </dsp:nvSpPr>
      <dsp:spPr>
        <a:xfrm>
          <a:off x="8957564" y="3260952"/>
          <a:ext cx="1552733" cy="931640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Hyuna Sung</a:t>
          </a:r>
        </a:p>
      </dsp:txBody>
      <dsp:txXfrm>
        <a:off x="8957564" y="3260952"/>
        <a:ext cx="1552733" cy="931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D65A0-16AB-4D64-83A2-0202328B09A1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CB848-BA18-42B1-AB39-0F39D0A4071F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C330A-A333-4F6C-8185-1B6FF0F229C2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Statistical theory</a:t>
          </a:r>
        </a:p>
      </dsp:txBody>
      <dsp:txXfrm>
        <a:off x="1948202" y="368029"/>
        <a:ext cx="3233964" cy="1371985"/>
      </dsp:txXfrm>
    </dsp:sp>
    <dsp:sp modelId="{6D95099B-6718-431B-9CBE-8185205408DD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00AF6-81F9-41AC-8077-A04281E8469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D7943-FFC4-4A3F-8A0C-F440443FE0AE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Bayesian methods</a:t>
          </a:r>
        </a:p>
      </dsp:txBody>
      <dsp:txXfrm>
        <a:off x="7411643" y="368029"/>
        <a:ext cx="3233964" cy="1371985"/>
      </dsp:txXfrm>
    </dsp:sp>
    <dsp:sp modelId="{A98564E5-442C-464C-92E6-5E9AD5FA3897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91008-AE93-40B4-826B-B16FEC8A736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8073D-71B4-4707-9DFF-830ECB84C42E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Forecasting</a:t>
          </a:r>
        </a:p>
      </dsp:txBody>
      <dsp:txXfrm>
        <a:off x="1948202" y="2452790"/>
        <a:ext cx="3233964" cy="1371985"/>
      </dsp:txXfrm>
    </dsp:sp>
    <dsp:sp modelId="{953F12D2-AF84-4954-88B4-75F4A4A7A2C4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91134-4A8F-43A9-ADCC-2D66D0A1568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D80D6-11EA-4E14-8F1D-51185F154ACD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Advanced programming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4194C-E2FC-C14E-A221-E40C290BC8D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B295C-BA09-3149-AAD9-FB3A00F71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3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7489-3707-F24B-B478-A72308F1B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94AA1-986A-1C4B-B855-E6D838C91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9C81-94EC-2847-BD24-416D18B1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3B7-35E7-394E-A6D3-A240F2D44F0D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0C0BC-3F26-E048-BE09-AC18174E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1A9DC-B9AF-6744-A05A-90F439F7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0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467D-86D3-8F4B-A5C5-1F885153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75F7-1A46-F545-84A9-861F92830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50C2-EDE3-4D4C-98DF-5B0A9F7C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D338-D09D-404C-9AF0-A37F607A829E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9A5F6-9EF3-5643-8995-5C9214BF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AA86-E935-3E46-B81D-D21AFD52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22E6-1E05-3E4D-A377-30CA3C6D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BC44F-15C6-9F47-AC48-09226C061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8182-F831-2441-913A-30712F35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376F-D923-FA45-81A5-307727E6A889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28595-5430-104D-83E7-EC410D95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A8C5-8FDF-9B47-B25E-CB4E9235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9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995A-BE2B-624F-A2E7-6286EB96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15032-247E-9248-AFC2-49AF7618F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56513-CB9B-DE45-B137-1C127B3D1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5822D-0E9B-DA41-9DFF-6830EB4D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6779-8135-D44A-BB95-7B416A7B57F4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938A7-F882-F047-B2A4-76381427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F9F3D-C436-D847-8843-63CB08F5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9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36B8-A73E-904E-BC8F-7D1E384E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50217-4851-4E4B-AB16-80435A0E2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28DE2-C917-564B-A53E-B10EBBF6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5ED4D-67B2-AB47-87C6-5DA31D2C2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F0E0C-E69C-FA48-8ACD-398F2FFE9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A9736-05BE-5D47-B69A-47B80771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8CBB-E072-DD43-862E-6F2A9024E5DC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8DAB2-20CE-E240-8B11-E615DCBF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8ADA7-1EAD-804B-9429-EE39253C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3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DD6D-939B-3B4C-9E53-7E09B0A3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1F763-91C2-9A4E-BEDE-7EE5498A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2820-56D3-194D-A7DE-BCBF7530A760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B9CCB-6C69-8D4C-8FBA-9BA6339B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4DA01-7F69-374C-90AA-1A0FF068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5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F0AFC-B8A1-4749-A3C1-65D9253F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626C-E9AC-FC40-9F01-24BB9CC907E8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C2902-0387-F844-A647-1C5A4F23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6B1CD-FD9A-E347-8D6D-E3AD3C5A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0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C459-EF47-6A44-88FF-2656FF73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A24D-2A95-BD4A-9D7B-B00256B0D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C9EB9-7658-8341-864E-23A05F1F1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7010-8FEB-0545-915F-BA83EA1B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B139E-86B0-5A43-AFFC-F6442853A033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DE8C6-F321-464A-BE6E-1CBC3AF7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1ADE9-68E4-FD4A-B36C-D3E067C5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C5C1-CF6D-054A-AD7D-B86C8F77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32C9A-68EF-9046-BC67-1E7D568D5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2D532-D782-8B4C-A282-2BB4024B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3B93-1480-3844-9886-1D838ECA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22C5-13D4-D649-90BE-3F6F150B0E48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9C0F0-EC07-DB46-8C95-32805898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0E8A3-38C7-4841-A564-FCB34788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5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BCBA6-C3C9-E34F-B171-D97CC2AA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756DE-9BEB-8C4D-B001-976B02AB5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9CCBD-F3F9-8644-A2D3-F9519762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A97D-1433-864E-8B2C-5FA2276BA083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35E21-35F1-6D44-BDA2-B045567B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78FAC-F2D7-F940-A498-3785B29E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9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08666-2953-4F4D-AA25-139E5286B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81B48-2FED-E94A-B6B9-3D292E28D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F5B11-330C-6244-81FD-9EE38690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E027-7208-ED4F-8411-101F388CF402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4BB01-9A65-B642-853E-D9DE8176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A88D1-979E-A247-8954-B2D2B74B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51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B31F-DF1A-8674-7C1B-6E917DB69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9741F-9A0E-3084-F3D3-C3DB7DA94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4EC3-51C8-FAB5-7066-A3CB1B5A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049D-4270-AD4D-BFC3-75538FABEDED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F3DB-6332-3943-98D3-245FE913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7D5FA-0793-FC23-52E8-0BDF780C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83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1CF9-D3E1-EAAC-9FA6-9B95E4B3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42D5-BFDB-7D4A-C612-74D14CBC3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F29B-C102-BB31-873B-5199D049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200C-EEE8-D244-9049-30D776DBF1DC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8E2B1-1C3F-769B-6647-F5B5F764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A3F5-CD67-B363-39E1-A04E790E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34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EF97-1633-2071-22A9-42BA7A25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7B664-34F4-7021-045B-7290F83A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18F46-AE56-6D30-670F-4868F54E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75120-B7A1-F14E-8695-5440ED614820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2F2C6-E5F4-B5B7-21F1-5F7AD3A7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2ACEC-3430-B978-A688-A84F01E1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25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4DDC-0B39-8F74-8B0D-AB73E136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16C4-CB8A-C236-4919-CF80BB4D9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695DB-7F00-F705-9EFF-E9B9F9B08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B581A-9C61-9A53-6764-B803CD6B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A7B7-12DA-1846-87D8-928BF15C26D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FCD14-3ECB-B267-EF50-14E586AF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0295D-C7B2-D0C6-CF84-2B2599FE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49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5493-CCC0-47B9-FF83-7F7979D2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2D399-BC75-2B3C-48FD-F948EC2B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0A3A4-DC70-F3AE-330A-ED47E544A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32F50-3787-A639-8D25-CF6EB5A7A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C6511-7BFB-8564-F821-B6C5CB3B9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6FB1A-616B-CEC4-BACB-159E85D0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0A829-0F52-6049-BA58-BC04CD4DB0D0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259F9-E2F2-FB79-DC0E-69405998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E0722-8354-AD04-7A67-577A484F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72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980B-4BD5-00D9-A931-5C82FF77D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E22A4-B70E-0A26-5AEC-10A0EFCE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B73E-906E-334E-A6F4-CE5EA889D2DD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12A91-4E45-A00C-4A13-9D9AFD82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8BE6A-23FA-20FB-2522-615C124A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91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3392D-2594-CF97-FD94-2DC0C14D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9C5-CE69-A24A-B272-9A5552438C24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5BC21-49E4-833E-04B2-48601EF3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4BD96-B082-BA95-0A10-8EF131ED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31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A9A2-7FA4-E0BD-B714-BB622320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A038-D060-C559-3CD6-22CCFA35F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87B1C-FAF2-87AD-6816-89E9587D8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13783-6D69-CE0E-3948-7CF88570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50EAF-C01F-BB4D-989E-7BFDF8A1B3E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60C82-788F-B629-9098-6230ED7B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7BEE0-5AF4-1FCB-D896-4373612B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19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6009-7132-998A-D788-4F2C5415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EA8EE-CA62-3013-E26C-E34A3018B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E479A-835D-47A3-63D8-18738C34B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71391-EB94-BEA5-536A-78F37CF6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3951-2A1C-2F4F-B7F5-17707BC57FF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E5BE0-B3BA-71FB-C203-8F846E17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2D1CA-3202-F1ED-38E7-FE39448E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8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26E2-579B-D265-3B69-CF4C7BDE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10410-2547-B97E-59B2-92CBC8112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A229A-E487-B511-FABA-510C3FEE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DDF1-058D-904E-B04C-A14BAAC28561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5A6D9-E573-70F6-52DC-0624C8FE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B6F1-7F73-23D2-4BB5-034881C3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32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E1A17-2E3A-BBC1-5237-F19A34B06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3012E-B535-210C-AD0C-5AD7B549F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FB25-D0DB-2E26-73F5-626AAE21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33A-BB7A-244F-B260-59BBDF985957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D1E8-1659-91C5-5363-7535756A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579F2-1B93-A113-435C-E781577A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8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B431F-990C-6444-A50E-AF4209A6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259EE-6BB3-0847-940D-0D4AC2B1E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A6600-947A-4E48-BBEF-A257AA21A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47C9B-9B62-3C42-8711-B74EC18B733C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3EC62-B2E4-A943-848C-ED5E2AED3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9CF61-F82F-814D-BBC9-70BC3A929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8A776-6538-5648-A668-0309365E3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5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E79C6-1768-87E4-DFC4-ACC39A6F6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A59DC-C5BB-9B39-52B9-045B9BBBC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C7D9D-4573-E2B4-6708-AC0667E4F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0C01D-2A68-F548-91D7-9F90A493C36C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9B382-9D9B-5EFE-DD16-9FED45406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4AC0B-4FD5-F2C9-06DD-9E464D21E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EDBDF-01FE-E14D-AF08-096C5835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7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i.org/10.3389/fonc.2023.1332429" TargetMode="Externa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amanetwork.com/journals/jamanetworkopen/fullarticle/2819747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lancet.com/journals/lanpub/article/PIIS2468-2667(24)00156-7/fulltex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0224176/" TargetMode="External"/><Relationship Id="rId2" Type="http://schemas.openxmlformats.org/officeDocument/2006/relationships/hyperlink" Target="https://analysistools.cancer.gov/apc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products/matlab-online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4FB2F3E-259B-4650-B258-F09745BAA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CE38F-4F9B-0F47-9FA4-797FCDA85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81" y="1243500"/>
            <a:ext cx="9874078" cy="3118104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6600" dirty="0">
                <a:latin typeface="Calibri" panose="020F0502020204030204"/>
              </a:rPr>
              <a:t>Statistical Methods in Cancer Surveillance Research</a:t>
            </a:r>
            <a:br>
              <a:rPr lang="en-US" sz="6600" dirty="0">
                <a:latin typeface="Calibri" panose="020F0502020204030204"/>
              </a:rPr>
            </a:br>
            <a:r>
              <a:rPr lang="en-US" sz="3600" dirty="0">
                <a:latin typeface="Calibri" panose="020F0502020204030204"/>
              </a:rPr>
              <a:t>  </a:t>
            </a:r>
            <a:br>
              <a:rPr lang="en-US" sz="6800" dirty="0">
                <a:latin typeface="Calibri" panose="020F0502020204030204"/>
              </a:rPr>
            </a:br>
            <a:r>
              <a:rPr lang="en-US" sz="53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t>An</a:t>
            </a:r>
            <a:r>
              <a:rPr lang="en-US" sz="5300" dirty="0">
                <a:solidFill>
                  <a:schemeClr val="accent1"/>
                </a:solidFill>
                <a:latin typeface="Calibri" panose="020F0502020204030204"/>
              </a:rPr>
              <a:t> </a:t>
            </a:r>
            <a:r>
              <a:rPr lang="en-US" sz="5300" dirty="0">
                <a:solidFill>
                  <a:srgbClr val="FF0000"/>
                </a:solidFill>
                <a:latin typeface="Calibri" panose="020F0502020204030204"/>
              </a:rPr>
              <a:t>Age</a:t>
            </a:r>
            <a:r>
              <a:rPr lang="en-US" sz="5300" dirty="0">
                <a:solidFill>
                  <a:schemeClr val="accent1"/>
                </a:solidFill>
                <a:latin typeface="Calibri" panose="020F0502020204030204"/>
              </a:rPr>
              <a:t>-</a:t>
            </a:r>
            <a:r>
              <a:rPr lang="en-US" sz="5300" dirty="0">
                <a:solidFill>
                  <a:srgbClr val="0070C0"/>
                </a:solidFill>
                <a:latin typeface="Calibri" panose="020F0502020204030204"/>
              </a:rPr>
              <a:t>Period</a:t>
            </a:r>
            <a:r>
              <a:rPr lang="en-US" sz="5300" dirty="0">
                <a:solidFill>
                  <a:schemeClr val="accent1"/>
                </a:solidFill>
                <a:latin typeface="Calibri" panose="020F0502020204030204"/>
              </a:rPr>
              <a:t>-</a:t>
            </a:r>
            <a:r>
              <a:rPr lang="en-US" sz="5300" dirty="0">
                <a:solidFill>
                  <a:srgbClr val="00B050"/>
                </a:solidFill>
                <a:latin typeface="Calibri" panose="020F0502020204030204"/>
              </a:rPr>
              <a:t>Cohort</a:t>
            </a:r>
            <a:r>
              <a:rPr lang="en-US" sz="5300" dirty="0">
                <a:solidFill>
                  <a:schemeClr val="accent1"/>
                </a:solidFill>
                <a:latin typeface="Calibri" panose="020F0502020204030204"/>
              </a:rPr>
              <a:t> </a:t>
            </a:r>
            <a:r>
              <a:rPr lang="en-US" sz="53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t>Perspective</a:t>
            </a:r>
            <a:endParaRPr lang="en-US" sz="68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26F0A-7DFF-044F-8117-5C59835D8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36" y="4694301"/>
            <a:ext cx="8238744" cy="1225296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/>
              <a:t>Philip S Rosenberg, PhD</a:t>
            </a:r>
          </a:p>
          <a:p>
            <a:r>
              <a:rPr lang="en-US" i="1" dirty="0"/>
              <a:t>SHORT COURSE</a:t>
            </a:r>
          </a:p>
          <a:p>
            <a:r>
              <a:rPr lang="en-US" i="1" dirty="0"/>
              <a:t>Version 2026</a:t>
            </a:r>
          </a:p>
          <a:p>
            <a:endParaRPr lang="en-US" dirty="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3CB2632-0822-4E49-A707-FA1B8A4D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35823" y="3320139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FDB61A8-F412-4C20-81C0-5B3ED6E43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F1C0B91C-D011-482B-A494-E48497FBC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D0571556-24A1-4095-93E8-DB173C6CD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0E974A71-BEE4-40AF-89A6-FDD36655A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D667FF13-DA96-45EC-9D83-4647FE275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F11840EC-DF4F-47D7-9DFB-76B4B8543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9A53FCF9-7A57-49AD-B709-79127CFEF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84A77F9-2746-4A6C-9D62-D910F7979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EC64E8EC-E435-4A50-8DCC-F1D1146E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5477BD5D-1BC6-4730-B8C8-ADA47AC7B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C03B2280-793B-459A-A7A7-413C1B50E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565542C9-4CB0-4F11-9377-D507A1BB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51B4DCDA-7DA1-4D83-A06B-64C3807DD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3A804718-7A3F-44E5-ACA7-1CBC727C0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DB495408-912A-40A1-B4EB-B8B1070D3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38424851-9238-411E-A683-1D82E04A5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8E06FA0F-15EB-48EE-B6EB-06F420C0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179692C7-9AC0-4B2C-9456-3ED401877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ED576C72-8571-4357-8868-561C61A7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A362EFBB-07B1-4FE6-BB68-BAFC96B07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8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B9345-CD2E-5C3C-A5AC-556BCCED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 me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A3AD2F-9D72-C016-79A2-DE9BE39E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24" name="TextBox 3">
            <a:extLst>
              <a:ext uri="{FF2B5EF4-FFF2-40B4-BE49-F238E27FC236}">
                <a16:creationId xmlns:a16="http://schemas.microsoft.com/office/drawing/2014/main" id="{4877C973-FB05-89C0-94D7-1088D38E2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94594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52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04231-7D80-82BA-28AB-281240B2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course?</a:t>
            </a:r>
          </a:p>
        </p:txBody>
      </p:sp>
      <p:sp>
        <p:nvSpPr>
          <p:cNvPr id="5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5B436E-792C-B21A-1848-E83713B4FEDA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Unusual career trajectory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Strongest </a:t>
            </a:r>
            <a:r>
              <a:rPr lang="en-US" sz="2000" i="1" dirty="0"/>
              <a:t>methodologic</a:t>
            </a:r>
            <a:r>
              <a:rPr lang="en-US" sz="2000" dirty="0"/>
              <a:t> work during the </a:t>
            </a:r>
            <a:r>
              <a:rPr lang="en-US" sz="2000" i="1" dirty="0"/>
              <a:t>last </a:t>
            </a:r>
            <a:r>
              <a:rPr lang="en-US" sz="2000" dirty="0"/>
              <a:t>10 years of my NCI career (most math people do their best work </a:t>
            </a:r>
            <a:r>
              <a:rPr lang="en-US" sz="2000" i="1" dirty="0"/>
              <a:t>early</a:t>
            </a:r>
            <a:r>
              <a:rPr lang="en-US" sz="20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By then: my skills as a programmer had matured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Capstone goal: Put new methods and software in the hands of the next generation</a:t>
            </a:r>
            <a:endParaRPr lang="en-US" sz="2000" b="1" dirty="0"/>
          </a:p>
        </p:txBody>
      </p:sp>
      <p:pic>
        <p:nvPicPr>
          <p:cNvPr id="9" name="Graphic 8" descr="Fingerprint">
            <a:extLst>
              <a:ext uri="{FF2B5EF4-FFF2-40B4-BE49-F238E27FC236}">
                <a16:creationId xmlns:a16="http://schemas.microsoft.com/office/drawing/2014/main" id="{D9BFA890-8180-5263-15EA-F451903748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895FD-C3E8-E66A-EC05-DDA6DCD2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3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341D4B7-8A53-4C37-8E33-372EAB5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434" y="253548"/>
            <a:ext cx="5608934" cy="6102802"/>
          </a:xfrm>
          <a:prstGeom prst="rect">
            <a:avLst/>
          </a:prstGeom>
          <a:solidFill>
            <a:srgbClr val="AFABA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3C4F3-CBFF-039F-BEEC-DC923DCC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83" y="420017"/>
            <a:ext cx="5069305" cy="5769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i="0" u="none" strike="noStrike" kern="1200" dirty="0">
                <a:effectLst/>
                <a:latin typeface="+mj-lt"/>
                <a:ea typeface="+mj-ea"/>
                <a:cs typeface="+mj-cs"/>
              </a:rPr>
              <a:t>Advances in statistical methods for cancer surveillance research: an age-period-cohort perspective</a:t>
            </a:r>
            <a:br>
              <a:rPr lang="en-US" sz="3200" b="1" i="0" u="none" strike="noStrike" kern="1200" dirty="0">
                <a:effectLst/>
                <a:latin typeface="+mj-lt"/>
                <a:ea typeface="+mj-ea"/>
                <a:cs typeface="+mj-cs"/>
              </a:rPr>
            </a:br>
            <a:br>
              <a:rPr lang="en-US" sz="3600" b="1" i="0" u="none" strike="noStrike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sz="1800" i="0" u="none" strike="noStrike" kern="1200" dirty="0">
                <a:effectLst/>
                <a:latin typeface="+mj-lt"/>
                <a:ea typeface="+mj-ea"/>
                <a:cs typeface="+mj-cs"/>
              </a:rPr>
              <a:t>Rosenberg PS, Miranda-Filho A</a:t>
            </a:r>
            <a:br>
              <a:rPr lang="en-US" sz="1800" i="0" u="none" strike="noStrike" kern="1200" dirty="0">
                <a:effectLst/>
                <a:latin typeface="+mj-lt"/>
                <a:ea typeface="+mj-ea"/>
                <a:cs typeface="+mj-cs"/>
              </a:rPr>
            </a:br>
            <a:br>
              <a:rPr lang="en-US" sz="1800" i="0" u="none" strike="noStrike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sz="1800" i="1" dirty="0"/>
              <a:t>Frontiers in Oncology (</a:t>
            </a:r>
            <a:r>
              <a:rPr lang="en-US" sz="1800" dirty="0"/>
              <a:t>2024)</a:t>
            </a:r>
            <a:br>
              <a:rPr lang="en-US" sz="1800" dirty="0"/>
            </a:br>
            <a:br>
              <a:rPr lang="en-US" sz="1800" dirty="0"/>
            </a:br>
            <a:r>
              <a:rPr lang="en-US" sz="2000" dirty="0"/>
              <a:t>DOI: </a:t>
            </a:r>
            <a:r>
              <a:rPr lang="en-US" sz="2000" dirty="0">
                <a:hlinkClick r:id="rId2"/>
              </a:rPr>
              <a:t>10.3389/fonc.2023.1332429</a:t>
            </a:r>
            <a:br>
              <a:rPr lang="en-US" sz="2000" dirty="0"/>
            </a:br>
            <a:endParaRPr lang="en-US" sz="36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30B15B-CFE8-4FE5-8F6E-666207C94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024" y="253548"/>
            <a:ext cx="5851795" cy="6102802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51AAA3-DDFE-48DE-AF38-BE32846E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848" y="420017"/>
            <a:ext cx="5532146" cy="5769864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1F42B-CEEC-CEC8-5801-C0CE7AEE87A6}"/>
              </a:ext>
            </a:extLst>
          </p:cNvPr>
          <p:cNvSpPr txBox="1"/>
          <p:nvPr/>
        </p:nvSpPr>
        <p:spPr>
          <a:xfrm>
            <a:off x="682272" y="5313940"/>
            <a:ext cx="1032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6249B-1435-CEE4-C796-82B3A384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7EDBDF-01FE-E14D-AF08-096C5835BC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A4AE9-DB1D-9DE6-9D55-CC331CBCB68E}"/>
              </a:ext>
            </a:extLst>
          </p:cNvPr>
          <p:cNvSpPr txBox="1"/>
          <p:nvPr/>
        </p:nvSpPr>
        <p:spPr>
          <a:xfrm>
            <a:off x="1198514" y="881682"/>
            <a:ext cx="1213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Cancer</a:t>
            </a:r>
          </a:p>
          <a:p>
            <a:pPr algn="ctr"/>
            <a:r>
              <a:rPr lang="en-US" dirty="0"/>
              <a:t> Forecasts</a:t>
            </a: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8169868A-68F7-0EFB-EC17-2CA8E1613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3" r="1521" b="-4"/>
          <a:stretch/>
        </p:blipFill>
        <p:spPr>
          <a:xfrm>
            <a:off x="725707" y="855117"/>
            <a:ext cx="4886429" cy="5129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913A2B-C305-81C6-137B-5A74131E9701}"/>
              </a:ext>
            </a:extLst>
          </p:cNvPr>
          <p:cNvSpPr txBox="1"/>
          <p:nvPr/>
        </p:nvSpPr>
        <p:spPr>
          <a:xfrm>
            <a:off x="1334675" y="401849"/>
            <a:ext cx="3670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Period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Cohort</a:t>
            </a:r>
          </a:p>
        </p:txBody>
      </p:sp>
    </p:spTree>
    <p:extLst>
      <p:ext uri="{BB962C8B-B14F-4D97-AF65-F5344CB8AC3E}">
        <p14:creationId xmlns:p14="http://schemas.microsoft.com/office/powerpoint/2010/main" val="227171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A6A48-E6D1-ED99-D252-1F012AF6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Our methods and software do what they do because we have amazing collaborators!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83FAC-57D1-D412-B6C4-C5994301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79AF535-9241-BA83-BFA4-B05593DFF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3913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1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91686-A821-40E3-E989-852C5F61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b="1"/>
              <a:t>We need these methods!</a:t>
            </a:r>
          </a:p>
        </p:txBody>
      </p:sp>
      <p:pic>
        <p:nvPicPr>
          <p:cNvPr id="63" name="Graphic 62" descr="Hockey Stick Curve Graph with solid fill">
            <a:extLst>
              <a:ext uri="{FF2B5EF4-FFF2-40B4-BE49-F238E27FC236}">
                <a16:creationId xmlns:a16="http://schemas.microsoft.com/office/drawing/2014/main" id="{BCEE26A2-47D3-2CA8-2BD7-F2626C9A1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0CF13BA-59A5-0590-0665-D3D77A16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1900" dirty="0"/>
              <a:t>Many types of cancer are increasing in members of Generation X and Millennials </a:t>
            </a:r>
          </a:p>
          <a:p>
            <a:endParaRPr lang="en-US" sz="1900" dirty="0"/>
          </a:p>
          <a:p>
            <a:pPr lvl="1"/>
            <a:r>
              <a:rPr lang="en-US" sz="1900" dirty="0">
                <a:hlinkClick r:id="rId3"/>
              </a:rPr>
              <a:t>Cancer Incidence Trends in Successive Social Generations in the US</a:t>
            </a:r>
            <a:r>
              <a:rPr lang="en-US" sz="1900" dirty="0"/>
              <a:t> </a:t>
            </a:r>
          </a:p>
          <a:p>
            <a:pPr lvl="1"/>
            <a:endParaRPr lang="en-US" sz="1900" dirty="0"/>
          </a:p>
          <a:p>
            <a:pPr lvl="1"/>
            <a:r>
              <a:rPr lang="en-US" sz="1900" dirty="0">
                <a:hlinkClick r:id="rId4"/>
              </a:rPr>
              <a:t>Differences in cancer rates among adults born between 1920 and 1990 in the USA: an analysis of population-based cancer registry data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2D881-1747-08BA-8456-F0D2DC2E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66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D07F5F-166A-4948-8A48-67695D1A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What is Cancer (Vital Rates) Surveillance Research?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C8E559-72AD-B645-B0F9-125E67238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Observational science of event rates and risks (probabilities) ascertained in population-based cohorts, notably, cancer registries.</a:t>
            </a:r>
          </a:p>
          <a:p>
            <a:pPr lvl="2"/>
            <a:endParaRPr lang="en-US" dirty="0"/>
          </a:p>
          <a:p>
            <a:pPr lvl="2">
              <a:buFont typeface="Courier New" charset="0"/>
              <a:buChar char="o"/>
            </a:pPr>
            <a:r>
              <a:rPr lang="en-US" dirty="0"/>
              <a:t>Track cancer incidence, burden, prevalence, survivorship 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Quantify differences and disparities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Test hypotheses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Uncover etiologic clues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Gauge effectiveness of screening and therapy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Characterize natural history and its evolution over time</a:t>
            </a:r>
          </a:p>
          <a:p>
            <a:pPr lvl="2">
              <a:buFont typeface="Courier New" charset="0"/>
              <a:buChar char="o"/>
            </a:pPr>
            <a:r>
              <a:rPr lang="en-US" dirty="0"/>
              <a:t>Forecasting</a:t>
            </a:r>
          </a:p>
          <a:p>
            <a:pPr lvl="2">
              <a:buFont typeface="Courier New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FD32-0CDC-BD42-B7AB-035FC1D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3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389F6-A00D-1925-CAAC-BB82A0A1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Outline: Short Course 2026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81D0D-DAFD-EACE-823B-3647AF0D14E0}"/>
              </a:ext>
            </a:extLst>
          </p:cNvPr>
          <p:cNvSpPr txBox="1"/>
          <p:nvPr/>
        </p:nvSpPr>
        <p:spPr>
          <a:xfrm>
            <a:off x="859011" y="1929384"/>
            <a:ext cx="10849148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Overview</a:t>
            </a:r>
          </a:p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effectLst/>
              </a:rPr>
              <a:t>The Lexis diagram</a:t>
            </a:r>
          </a:p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effectLst/>
              </a:rPr>
              <a:t>Descriptive epidemiology – standard plots and cancer statistics</a:t>
            </a:r>
          </a:p>
          <a:p>
            <a:pPr marL="10287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Summary curves</a:t>
            </a:r>
            <a:endParaRPr lang="en-US" sz="2200" dirty="0">
              <a:effectLst/>
            </a:endParaRPr>
          </a:p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effectLst/>
              </a:rPr>
              <a:t>The New Age-Period-Cohort Model</a:t>
            </a:r>
          </a:p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effectLst/>
              </a:rPr>
              <a:t>Smoothing Lexis diagrams</a:t>
            </a:r>
          </a:p>
          <a:p>
            <a:pPr marL="1028700" marR="0" lvl="0" indent="-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effectLst/>
              </a:rPr>
              <a:t>Semiparametric Age-Period-Cohort Analysis (SAGE)</a:t>
            </a:r>
            <a:endParaRPr lang="en-US" sz="2200" dirty="0"/>
          </a:p>
          <a:p>
            <a:pPr marL="10287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Comparative Age-Period-Cohort Analysis</a:t>
            </a:r>
          </a:p>
          <a:p>
            <a:pPr marL="10287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Wrap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0BCA2-F507-5293-6376-EDDEB958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7EDBDF-01FE-E14D-AF08-096C5835BC44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1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93CF6-2C5D-2930-460C-B325E8F5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What’s Not Covered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C2D32-D1F2-2C48-37C8-9AEFC38C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7EDBDF-01FE-E14D-AF08-096C5835BC44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2D07E8A-0144-5D2F-C9BC-B08821ED7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09509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6979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0F5BA-EEB0-23FD-C32E-980C185F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 Software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A9BB1-6B5D-B2B3-0A80-F35E53754143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dirty="0"/>
              <a:t> The Age-Period-Cohort Analysis Web Tool and R code</a:t>
            </a:r>
          </a:p>
          <a:p>
            <a:pPr marL="6858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dirty="0"/>
              <a:t> </a:t>
            </a:r>
            <a:r>
              <a:rPr lang="en-US" sz="2200" dirty="0">
                <a:hlinkClick r:id="rId2"/>
              </a:rPr>
              <a:t>https://analysistools.cancer.gov/apc/</a:t>
            </a:r>
            <a:endParaRPr lang="en-US" sz="2200" dirty="0"/>
          </a:p>
          <a:p>
            <a:pPr marL="228600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dirty="0"/>
              <a:t>Forecasting Cancer Incidence and Prevalence</a:t>
            </a:r>
          </a:p>
          <a:p>
            <a:pPr marL="685800" lvl="1" indent="-34290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dirty="0">
                <a:hlinkClick r:id="rId3"/>
              </a:rPr>
              <a:t>R code by Ana F Best</a:t>
            </a:r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F5D5AF-7C5F-71B8-B1A3-71DC0C95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FB4E1-119A-F4FF-973C-4BAC28A8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/>
              <a:t>MATLAB Software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6DC30-4DCF-D72C-7234-65C3CE9B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228600" lvl="1" indent="0">
              <a:spcAft>
                <a:spcPts val="600"/>
              </a:spcAft>
              <a:buNone/>
            </a:pPr>
            <a:r>
              <a:rPr lang="en-US" sz="2200" b="1" dirty="0"/>
              <a:t>MATISSE </a:t>
            </a:r>
          </a:p>
          <a:p>
            <a:pPr marL="571500" lvl="1" indent="-342900">
              <a:spcAft>
                <a:spcPts val="600"/>
              </a:spcAft>
            </a:pPr>
            <a:r>
              <a:rPr lang="en-US" sz="2200" b="1" dirty="0"/>
              <a:t>MA</a:t>
            </a:r>
            <a:r>
              <a:rPr lang="en-US" sz="2200" i="1" dirty="0"/>
              <a:t>tlab</a:t>
            </a:r>
            <a:r>
              <a:rPr lang="en-US" sz="2200" dirty="0"/>
              <a:t> </a:t>
            </a:r>
            <a:r>
              <a:rPr lang="en-US" sz="2200" b="1" dirty="0"/>
              <a:t>T</a:t>
            </a:r>
            <a:r>
              <a:rPr lang="en-US" sz="2200" i="1" dirty="0"/>
              <a:t>oolbox</a:t>
            </a:r>
            <a:r>
              <a:rPr lang="en-US" sz="2200" dirty="0"/>
              <a:t> </a:t>
            </a:r>
            <a:r>
              <a:rPr lang="en-US" sz="2200" i="1" dirty="0"/>
              <a:t>for</a:t>
            </a:r>
            <a:r>
              <a:rPr lang="en-US" sz="2200" dirty="0"/>
              <a:t> </a:t>
            </a:r>
            <a:r>
              <a:rPr lang="en-US" sz="2200" i="1" dirty="0" err="1"/>
              <a:t>v</a:t>
            </a:r>
            <a:r>
              <a:rPr lang="en-US" sz="2200" b="1" dirty="0" err="1"/>
              <a:t>I</a:t>
            </a:r>
            <a:r>
              <a:rPr lang="en-US" sz="2200" i="1" dirty="0" err="1"/>
              <a:t>tal</a:t>
            </a:r>
            <a:r>
              <a:rPr lang="en-US" sz="2200" dirty="0"/>
              <a:t> </a:t>
            </a:r>
            <a:r>
              <a:rPr lang="en-US" sz="2200" i="1" dirty="0" err="1"/>
              <a:t>rate</a:t>
            </a:r>
            <a:r>
              <a:rPr lang="en-US" sz="2200" b="1" dirty="0" err="1"/>
              <a:t>S</a:t>
            </a:r>
            <a:r>
              <a:rPr lang="en-US" sz="2200" dirty="0"/>
              <a:t> </a:t>
            </a:r>
            <a:r>
              <a:rPr lang="en-US" sz="2200" b="1" dirty="0" err="1"/>
              <a:t>S</a:t>
            </a:r>
            <a:r>
              <a:rPr lang="en-US" sz="2200" i="1" dirty="0" err="1"/>
              <a:t>urveillanc</a:t>
            </a:r>
            <a:r>
              <a:rPr lang="en-US" sz="2200" b="1" dirty="0" err="1"/>
              <a:t>E</a:t>
            </a:r>
            <a:endParaRPr lang="en-US" sz="2200" b="1" dirty="0"/>
          </a:p>
          <a:p>
            <a:pPr marL="571500" lvl="1" indent="-342900">
              <a:spcAft>
                <a:spcPts val="600"/>
              </a:spcAft>
            </a:pPr>
            <a:r>
              <a:rPr lang="en-US" sz="2200" dirty="0"/>
              <a:t>Built-in example data</a:t>
            </a:r>
          </a:p>
          <a:p>
            <a:pPr marL="571500" lvl="1" indent="-342900">
              <a:spcAft>
                <a:spcPts val="600"/>
              </a:spcAft>
            </a:pPr>
            <a:r>
              <a:rPr lang="en-US" sz="2200" dirty="0"/>
              <a:t>Custom graphics</a:t>
            </a:r>
          </a:p>
          <a:p>
            <a:pPr marL="571500" lvl="1" indent="-342900">
              <a:spcAft>
                <a:spcPts val="600"/>
              </a:spcAft>
            </a:pPr>
            <a:r>
              <a:rPr lang="en-US" sz="2200" dirty="0"/>
              <a:t>Free accounts at </a:t>
            </a:r>
            <a:r>
              <a:rPr lang="en-US" sz="2200" dirty="0">
                <a:hlinkClick r:id="rId2"/>
              </a:rPr>
              <a:t>MATLAB Online</a:t>
            </a:r>
            <a:endParaRPr lang="en-US" sz="2200" dirty="0"/>
          </a:p>
          <a:p>
            <a:pPr marL="571500" lvl="1" indent="-342900">
              <a:spcAft>
                <a:spcPts val="600"/>
              </a:spcAft>
            </a:pPr>
            <a:r>
              <a:rPr lang="en-US" sz="2200" dirty="0"/>
              <a:t>If you see it in the course, you can do it using MATISSE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21224-A085-245F-9CEC-EC220FED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18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6F7D013D-BBC5-7367-D2DF-64E8D3488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4" t="4753" r="1988"/>
          <a:stretch>
            <a:fillRect/>
          </a:stretch>
        </p:blipFill>
        <p:spPr>
          <a:xfrm>
            <a:off x="2968923" y="98191"/>
            <a:ext cx="6260336" cy="6666243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6004F-F391-E043-AD02-2C176B6C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7EDBDF-01FE-E14D-AF08-096C5835BC44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3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D97EA-7B87-370E-2807-776E1D35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4DFEC-C8DC-7133-830C-5F009AF94379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People (including scientists) are story tellers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Yuval Noah Harari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 only will these methods help you tell a story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 believe they will help you tell the </a:t>
            </a:r>
            <a:r>
              <a:rPr lang="en-US" sz="2400" i="1" dirty="0"/>
              <a:t>right </a:t>
            </a:r>
            <a:r>
              <a:rPr lang="en-US" sz="2400" dirty="0"/>
              <a:t>story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with less work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1147CB-FC12-BAD0-4E0B-EC0FC842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D8A776-6538-5648-A668-0309365E34FA}" type="slidenum">
              <a:rPr lang="en-US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2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9587</TotalTime>
  <Words>530</Words>
  <Application>Microsoft Macintosh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Courier New</vt:lpstr>
      <vt:lpstr>Office Theme</vt:lpstr>
      <vt:lpstr>1_Office Theme</vt:lpstr>
      <vt:lpstr>Statistical Methods in Cancer Surveillance Research    An Age-Period-Cohort Perspective</vt:lpstr>
      <vt:lpstr>About me</vt:lpstr>
      <vt:lpstr>Why this course?</vt:lpstr>
      <vt:lpstr>Advances in statistical methods for cancer surveillance research: an age-period-cohort perspective  Rosenberg PS, Miranda-Filho A  Frontiers in Oncology (2024)  DOI: 10.3389/fonc.2023.1332429 </vt:lpstr>
      <vt:lpstr>Our methods and software do what they do because we have amazing collaborators!</vt:lpstr>
      <vt:lpstr>We need these methods!</vt:lpstr>
      <vt:lpstr>What is Cancer (Vital Rates) Surveillance Research? </vt:lpstr>
      <vt:lpstr>Outline: Short Course 2026</vt:lpstr>
      <vt:lpstr>What’s Not Covered</vt:lpstr>
      <vt:lpstr>R Software</vt:lpstr>
      <vt:lpstr>MATLAB Software </vt:lpstr>
      <vt:lpstr>PowerPoint Presentation</vt:lpstr>
      <vt:lpstr>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Semiparametric Methods for Age-Period-Cohort Analysis</dc:title>
  <dc:creator>Philip Rosenberg</dc:creator>
  <cp:lastModifiedBy>Philip Rosenberg</cp:lastModifiedBy>
  <cp:revision>523</cp:revision>
  <dcterms:created xsi:type="dcterms:W3CDTF">2021-02-03T10:32:22Z</dcterms:created>
  <dcterms:modified xsi:type="dcterms:W3CDTF">2026-04-20T14:00:54Z</dcterms:modified>
</cp:coreProperties>
</file>